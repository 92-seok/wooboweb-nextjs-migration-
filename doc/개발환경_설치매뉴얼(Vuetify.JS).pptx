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7" r:id="rId3"/>
    <p:sldId id="278" r:id="rId4"/>
    <p:sldId id="27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9F1CB718-1FA8-45BD-B6D2-8E4AC34A4A8F}">
          <p14:sldIdLst>
            <p14:sldId id="256"/>
            <p14:sldId id="277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40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318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505E6A-8984-EFA1-470E-CC78E80404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40DD331-7DFE-E3A0-60ED-6164302684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B44CAF-9969-87D7-A259-7AC10E731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9EE32-49FD-4EA7-9011-353EB936649F}" type="datetimeFigureOut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ED3A56-B52E-14CF-C7AB-1A8265F3E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A90E76-48B1-1323-FCA0-755EB08FD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8B6E5-C61A-4829-9E50-BAA7AC5086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3250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9FCAD6-30DA-718A-0B9E-F91CA2C68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F6BE5E-5EC4-7180-86B9-0C223D578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557CBF-6129-74C9-A914-62F7E4E0A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9EE32-49FD-4EA7-9011-353EB936649F}" type="datetimeFigureOut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AED207-E025-BA6A-D6F9-FE1C612FA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5CCB6A-DB1E-A96E-0A3D-9322821BD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8B6E5-C61A-4829-9E50-BAA7AC5086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254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832211-1E6F-F3A4-9050-32A6C9DC6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4A56608-4347-F241-745B-AB6695A9E8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28BE8B-B936-0E69-A9CC-DFDBFC37B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9EE32-49FD-4EA7-9011-353EB936649F}" type="datetimeFigureOut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FF8286-8F65-ED9D-299E-B1763B367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C15C32-F422-830D-A537-7398F319C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8B6E5-C61A-4829-9E50-BAA7AC5086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9131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F16C10-3816-432F-38FA-B0EE9832E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D0E7BB-13BA-D54E-8414-7F5FD9C6F3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571964C-62EA-53EF-2A0A-488125F534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3998E5F-2E43-0165-E3EA-AA09D3FE5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9EE32-49FD-4EA7-9011-353EB936649F}" type="datetimeFigureOut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9A6802C-A3FF-3C3B-3C05-90CAE561A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ED7C0EF-9084-5DD0-699A-7DEC25AB1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8B6E5-C61A-4829-9E50-BAA7AC5086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7155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6EC5AB-6580-EA19-94F2-A61CB40A2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94D46D0-0F51-7669-9A99-623021B8C6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26C8450-E8F8-7516-3E30-5E36D0BB1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CB756FD-6D0D-49DC-BFBA-C300B20B43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50179B7-D0AF-48E7-CA89-B61A74390B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E03B105-7526-AAF4-9DDD-0A16130A4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9EE32-49FD-4EA7-9011-353EB936649F}" type="datetimeFigureOut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1704524-7241-5B7B-AA8F-D5106AD93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C118A96-EC14-0C6D-7880-B76E32E38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8B6E5-C61A-4829-9E50-BAA7AC5086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26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BCF931-5C47-098E-669A-A071695E4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F47CD62-7BEB-93F6-8F59-9A38920B1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9EE32-49FD-4EA7-9011-353EB936649F}" type="datetimeFigureOut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75D8707-8721-5828-F469-C2EAE3699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CC4656B-0285-FB2E-3898-9A15C2600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8B6E5-C61A-4829-9E50-BAA7AC5086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60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D4A1931-8E47-A32B-D7DB-CFF8DE9D2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9EE32-49FD-4EA7-9011-353EB936649F}" type="datetimeFigureOut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67033E6-B526-1B70-0589-2324F6DAD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FF42FE-05BC-9F27-685D-412409EA3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8B6E5-C61A-4829-9E50-BAA7AC5086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7510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07CA9B-6AF0-EF10-B4BB-8A9E8CE1A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ECF62D-66CC-6C64-5F83-7FBAF3D0CD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E57CD72-A01A-C13B-D551-99ABBE052A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5719B9B-C79D-C92B-0700-B6977B4CE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9EE32-49FD-4EA7-9011-353EB936649F}" type="datetimeFigureOut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48C00A2-B151-884C-FA28-E84623150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F2019E7-A589-2732-95EF-B781C8909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8B6E5-C61A-4829-9E50-BAA7AC5086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021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FC6B8F-13B2-D492-33DF-C1283501C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BB241D6-17E0-C89D-27A9-A238929B0D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07D10C6-0019-CCF9-13E5-37B67551E5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EC5E3FF-65EA-82CE-53E8-063CE1552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9EE32-49FD-4EA7-9011-353EB936649F}" type="datetimeFigureOut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D1406EE-93F0-00B6-1C99-4D098B3DD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8E53093-EE0C-C9E2-8B62-947266899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8B6E5-C61A-4829-9E50-BAA7AC5086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6858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24ACE1-A4F0-346A-9111-E9E77D07D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BB54B05-9EE8-BCB1-4C25-80BA7D39B5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B25541-E4D1-95FE-7EC2-5746A2BFA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9EE32-49FD-4EA7-9011-353EB936649F}" type="datetimeFigureOut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F26A8D-5A74-BE7B-6929-272B5BB6D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DE9733-D35C-2DF7-5CD9-AA5306B58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8B6E5-C61A-4829-9E50-BAA7AC5086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5799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DFD80FC-273F-588E-C294-71B175B7EB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04A1528-A9B6-921F-0E26-C5FB14091E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95F084-DC99-19E0-7AF1-11FF4F11C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9EE32-49FD-4EA7-9011-353EB936649F}" type="datetimeFigureOut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B3E12D-057D-273D-A228-DA9CD1526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9F82EE-AAC0-33E6-9BD3-1DDB43FB4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8B6E5-C61A-4829-9E50-BAA7AC5086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4094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5AEEB5A-2190-7F9A-9A96-6D342883D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D93ECF4-33BD-E166-F96D-BF2E7F816D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BD7807-FA6D-B54F-E92D-CE43FE003C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59EE32-49FD-4EA7-9011-353EB936649F}" type="datetimeFigureOut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57B33D-9757-66EA-F3D1-A756308E06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1E8AF7-464C-65E0-58DA-481FF6906D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68B6E5-C61A-4829-9E50-BAA7AC5086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1298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pictogrammers.com/library/mdi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E6366C-8B87-E7B7-10F7-0A36AF6F12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개발환경 설치 매뉴얼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5572435-4746-0080-CEFA-668391B2F3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Vuetify.JS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52386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AF3E13-B0A9-8540-EBA7-EDCB06A07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B79641-2C96-8954-D011-65625D68B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ko-KR" altLang="en-US" dirty="0"/>
              <a:t>설치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$ </a:t>
            </a:r>
            <a:r>
              <a:rPr lang="en-US" altLang="ko-KR" dirty="0" err="1"/>
              <a:t>npm</a:t>
            </a:r>
            <a:r>
              <a:rPr lang="en-US" altLang="ko-KR" dirty="0"/>
              <a:t> install </a:t>
            </a:r>
            <a:r>
              <a:rPr lang="en-US" altLang="ko-KR" dirty="0" err="1"/>
              <a:t>vuetify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$ </a:t>
            </a:r>
            <a:r>
              <a:rPr lang="en-US" altLang="ko-KR" dirty="0" err="1"/>
              <a:t>npm</a:t>
            </a:r>
            <a:r>
              <a:rPr lang="en-US" altLang="ko-KR" dirty="0"/>
              <a:t> </a:t>
            </a:r>
            <a:r>
              <a:rPr lang="en-US" altLang="ko-KR"/>
              <a:t>install –D @</a:t>
            </a:r>
            <a:r>
              <a:rPr lang="en-US" altLang="ko-KR" dirty="0"/>
              <a:t>mdi/font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폰트 검색</a:t>
            </a:r>
            <a:endParaRPr lang="en-US" altLang="ko-KR" dirty="0">
              <a:hlinkClick r:id="rId2"/>
            </a:endParaRPr>
          </a:p>
          <a:p>
            <a:pPr marL="0" indent="0">
              <a:buNone/>
            </a:pPr>
            <a:r>
              <a:rPr lang="en-US" altLang="ko-KR" dirty="0">
                <a:hlinkClick r:id="rId2"/>
              </a:rPr>
              <a:t>(Material Design Icons - Icon Library – </a:t>
            </a:r>
            <a:r>
              <a:rPr lang="en-US" altLang="ko-KR" dirty="0" err="1">
                <a:hlinkClick r:id="rId2"/>
              </a:rPr>
              <a:t>Pictogrammers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endParaRPr lang="fr-FR" altLang="ko-KR" dirty="0"/>
          </a:p>
          <a:p>
            <a:pPr marL="0" indent="0">
              <a:buNone/>
            </a:pPr>
            <a:r>
              <a:rPr lang="fr-FR" altLang="ko-KR" dirty="0"/>
              <a:t>main.js</a:t>
            </a:r>
          </a:p>
          <a:p>
            <a:pPr marL="0" indent="0">
              <a:buNone/>
            </a:pPr>
            <a:r>
              <a:rPr lang="fr-FR" altLang="ko-KR" dirty="0"/>
              <a:t>{</a:t>
            </a:r>
          </a:p>
          <a:p>
            <a:pPr marL="457200" lvl="1" indent="0">
              <a:buNone/>
            </a:pPr>
            <a:r>
              <a:rPr lang="fr-FR" altLang="ko-KR" dirty="0"/>
              <a:t>import "@mdi/font/css/materialdesignicons.css";</a:t>
            </a:r>
          </a:p>
          <a:p>
            <a:pPr marL="457200" lvl="1" indent="0" fontAlgn="base">
              <a:buNone/>
            </a:pPr>
            <a:r>
              <a:rPr lang="en-US" altLang="ko-KR" dirty="0"/>
              <a:t>import { </a:t>
            </a:r>
            <a:r>
              <a:rPr lang="en-US" altLang="ko-KR" dirty="0" err="1"/>
              <a:t>createVuetify</a:t>
            </a:r>
            <a:r>
              <a:rPr lang="en-US" altLang="ko-KR" dirty="0"/>
              <a:t> } from '</a:t>
            </a:r>
            <a:r>
              <a:rPr lang="en-US" altLang="ko-KR" dirty="0" err="1"/>
              <a:t>vuetify</a:t>
            </a:r>
            <a:r>
              <a:rPr lang="en-US" altLang="ko-KR" dirty="0"/>
              <a:t>'</a:t>
            </a:r>
          </a:p>
          <a:p>
            <a:pPr marL="457200" lvl="1" indent="0" fontAlgn="base">
              <a:buNone/>
            </a:pPr>
            <a:endParaRPr lang="en-US" altLang="ko-KR" dirty="0"/>
          </a:p>
          <a:p>
            <a:pPr marL="457200" lvl="1" indent="0" fontAlgn="base">
              <a:buNone/>
            </a:pPr>
            <a:r>
              <a:rPr lang="en-US" altLang="ko-KR" dirty="0"/>
              <a:t>export default </a:t>
            </a:r>
            <a:r>
              <a:rPr lang="en-US" altLang="ko-KR" dirty="0" err="1"/>
              <a:t>createVuetify</a:t>
            </a:r>
            <a:r>
              <a:rPr lang="en-US" altLang="ko-KR" dirty="0"/>
              <a:t>({</a:t>
            </a:r>
          </a:p>
          <a:p>
            <a:pPr marL="457200" lvl="1" indent="0" fontAlgn="base">
              <a:buNone/>
            </a:pPr>
            <a:r>
              <a:rPr lang="en-US" altLang="ko-KR" dirty="0"/>
              <a:t>  icons: {</a:t>
            </a:r>
          </a:p>
          <a:p>
            <a:pPr marL="457200" lvl="1" indent="0" fontAlgn="base">
              <a:buNone/>
            </a:pPr>
            <a:r>
              <a:rPr lang="en-US" altLang="ko-KR" dirty="0"/>
              <a:t>    </a:t>
            </a:r>
            <a:r>
              <a:rPr lang="en-US" altLang="ko-KR" dirty="0" err="1"/>
              <a:t>defaultSet</a:t>
            </a:r>
            <a:r>
              <a:rPr lang="en-US" altLang="ko-KR" dirty="0"/>
              <a:t>: 'mdi', // This is already the default value - only for display purposes</a:t>
            </a:r>
          </a:p>
          <a:p>
            <a:pPr marL="457200" lvl="1" indent="0" fontAlgn="base">
              <a:buNone/>
            </a:pPr>
            <a:r>
              <a:rPr lang="en-US" altLang="ko-KR" dirty="0"/>
              <a:t>  },</a:t>
            </a:r>
          </a:p>
          <a:p>
            <a:pPr marL="457200" lvl="1" indent="0" fontAlgn="base">
              <a:buNone/>
            </a:pPr>
            <a:r>
              <a:rPr lang="en-US" altLang="ko-KR" dirty="0"/>
              <a:t>})</a:t>
            </a:r>
          </a:p>
          <a:p>
            <a:pPr marL="457200" lvl="1" indent="0">
              <a:buNone/>
            </a:pPr>
            <a:endParaRPr lang="fr-FR" altLang="ko-KR" dirty="0"/>
          </a:p>
          <a:p>
            <a:pPr marL="0" indent="0">
              <a:buNone/>
            </a:pPr>
            <a:r>
              <a:rPr lang="fr-FR" altLang="ko-KR" dirty="0"/>
              <a:t>}</a:t>
            </a:r>
          </a:p>
          <a:p>
            <a:pPr marL="0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38987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74E6B8-B063-9393-5357-DC1DC00B6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59CCE3-066E-7039-91FF-6B67933D17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altLang="ko-KR" dirty="0"/>
              <a:t>main.js</a:t>
            </a:r>
          </a:p>
          <a:p>
            <a:pPr marL="0" indent="0">
              <a:buNone/>
            </a:pPr>
            <a:r>
              <a:rPr lang="en-US" altLang="ko-KR" dirty="0"/>
              <a:t>{</a:t>
            </a:r>
          </a:p>
          <a:p>
            <a:pPr marL="457200" lvl="1" indent="0">
              <a:buNone/>
            </a:pPr>
            <a:r>
              <a:rPr lang="en-US" altLang="ko-KR" dirty="0">
                <a:solidFill>
                  <a:srgbClr val="0070C0"/>
                </a:solidFill>
              </a:rPr>
              <a:t>// </a:t>
            </a:r>
            <a:r>
              <a:rPr lang="en-US" altLang="ko-KR" dirty="0" err="1">
                <a:solidFill>
                  <a:srgbClr val="0070C0"/>
                </a:solidFill>
              </a:rPr>
              <a:t>Vuetify</a:t>
            </a:r>
            <a:endParaRPr lang="en-US" altLang="ko-KR" dirty="0">
              <a:solidFill>
                <a:srgbClr val="0070C0"/>
              </a:solidFill>
            </a:endParaRPr>
          </a:p>
          <a:p>
            <a:pPr marL="457200" lvl="1" indent="0">
              <a:buNone/>
            </a:pPr>
            <a:r>
              <a:rPr lang="en-US" altLang="ko-KR" dirty="0">
                <a:solidFill>
                  <a:srgbClr val="0070C0"/>
                </a:solidFill>
              </a:rPr>
              <a:t>import '</a:t>
            </a:r>
            <a:r>
              <a:rPr lang="en-US" altLang="ko-KR" dirty="0" err="1">
                <a:solidFill>
                  <a:srgbClr val="0070C0"/>
                </a:solidFill>
              </a:rPr>
              <a:t>vuetify</a:t>
            </a:r>
            <a:r>
              <a:rPr lang="en-US" altLang="ko-KR" dirty="0">
                <a:solidFill>
                  <a:srgbClr val="0070C0"/>
                </a:solidFill>
              </a:rPr>
              <a:t>/styles'</a:t>
            </a:r>
            <a:br>
              <a:rPr lang="en-US" altLang="ko-KR" dirty="0">
                <a:solidFill>
                  <a:srgbClr val="0070C0"/>
                </a:solidFill>
              </a:rPr>
            </a:br>
            <a:r>
              <a:rPr lang="fr-FR" altLang="ko-KR" dirty="0">
                <a:solidFill>
                  <a:srgbClr val="0070C0"/>
                </a:solidFill>
              </a:rPr>
              <a:t>import </a:t>
            </a:r>
            <a:r>
              <a:rPr lang="en-US" altLang="ko-KR" dirty="0">
                <a:solidFill>
                  <a:srgbClr val="0070C0"/>
                </a:solidFill>
              </a:rPr>
              <a:t>'</a:t>
            </a:r>
            <a:r>
              <a:rPr lang="fr-FR" altLang="ko-KR" dirty="0">
                <a:solidFill>
                  <a:srgbClr val="0070C0"/>
                </a:solidFill>
              </a:rPr>
              <a:t>@mdi/font/css/materialdesignicons.css</a:t>
            </a:r>
            <a:r>
              <a:rPr lang="en-US" altLang="ko-KR" dirty="0">
                <a:solidFill>
                  <a:srgbClr val="0070C0"/>
                </a:solidFill>
              </a:rPr>
              <a:t>'</a:t>
            </a:r>
          </a:p>
          <a:p>
            <a:pPr marL="457200" lvl="1" indent="0">
              <a:buNone/>
            </a:pPr>
            <a:r>
              <a:rPr lang="en-US" altLang="ko-KR" dirty="0">
                <a:solidFill>
                  <a:srgbClr val="0070C0"/>
                </a:solidFill>
              </a:rPr>
              <a:t>import { </a:t>
            </a:r>
            <a:r>
              <a:rPr lang="en-US" altLang="ko-KR" dirty="0" err="1">
                <a:solidFill>
                  <a:srgbClr val="0070C0"/>
                </a:solidFill>
              </a:rPr>
              <a:t>createVuetify</a:t>
            </a:r>
            <a:r>
              <a:rPr lang="en-US" altLang="ko-KR" dirty="0">
                <a:solidFill>
                  <a:srgbClr val="0070C0"/>
                </a:solidFill>
              </a:rPr>
              <a:t> } from '</a:t>
            </a:r>
            <a:r>
              <a:rPr lang="en-US" altLang="ko-KR" dirty="0" err="1">
                <a:solidFill>
                  <a:srgbClr val="0070C0"/>
                </a:solidFill>
              </a:rPr>
              <a:t>vuetify</a:t>
            </a:r>
            <a:r>
              <a:rPr lang="en-US" altLang="ko-KR" dirty="0">
                <a:solidFill>
                  <a:srgbClr val="0070C0"/>
                </a:solidFill>
              </a:rPr>
              <a:t>'</a:t>
            </a:r>
          </a:p>
          <a:p>
            <a:pPr marL="457200" lvl="1" indent="0">
              <a:buNone/>
            </a:pPr>
            <a:r>
              <a:rPr lang="en-US" altLang="ko-KR" dirty="0">
                <a:solidFill>
                  <a:srgbClr val="0070C0"/>
                </a:solidFill>
              </a:rPr>
              <a:t>import * as components from '</a:t>
            </a:r>
            <a:r>
              <a:rPr lang="en-US" altLang="ko-KR" dirty="0" err="1">
                <a:solidFill>
                  <a:srgbClr val="0070C0"/>
                </a:solidFill>
              </a:rPr>
              <a:t>vuetify</a:t>
            </a:r>
            <a:r>
              <a:rPr lang="en-US" altLang="ko-KR" dirty="0">
                <a:solidFill>
                  <a:srgbClr val="0070C0"/>
                </a:solidFill>
              </a:rPr>
              <a:t>/components'</a:t>
            </a:r>
          </a:p>
          <a:p>
            <a:pPr marL="457200" lvl="1" indent="0">
              <a:buNone/>
            </a:pPr>
            <a:r>
              <a:rPr lang="en-US" altLang="ko-KR" dirty="0">
                <a:solidFill>
                  <a:srgbClr val="0070C0"/>
                </a:solidFill>
              </a:rPr>
              <a:t>import * as directives from '</a:t>
            </a:r>
            <a:r>
              <a:rPr lang="en-US" altLang="ko-KR" dirty="0" err="1">
                <a:solidFill>
                  <a:srgbClr val="0070C0"/>
                </a:solidFill>
              </a:rPr>
              <a:t>vuetify</a:t>
            </a:r>
            <a:r>
              <a:rPr lang="en-US" altLang="ko-KR" dirty="0">
                <a:solidFill>
                  <a:srgbClr val="0070C0"/>
                </a:solidFill>
              </a:rPr>
              <a:t>/directives'</a:t>
            </a:r>
          </a:p>
          <a:p>
            <a:pPr marL="457200" lvl="1" indent="0">
              <a:buNone/>
            </a:pPr>
            <a:br>
              <a:rPr lang="en-US" altLang="ko-KR" dirty="0">
                <a:solidFill>
                  <a:srgbClr val="0070C0"/>
                </a:solidFill>
              </a:rPr>
            </a:br>
            <a:endParaRPr lang="en-US" altLang="ko-KR" dirty="0">
              <a:solidFill>
                <a:srgbClr val="0070C0"/>
              </a:solidFill>
            </a:endParaRPr>
          </a:p>
          <a:p>
            <a:pPr marL="457200" lvl="1" indent="0">
              <a:buNone/>
            </a:pPr>
            <a:r>
              <a:rPr lang="en-US" altLang="ko-KR" dirty="0">
                <a:solidFill>
                  <a:srgbClr val="0070C0"/>
                </a:solidFill>
              </a:rPr>
              <a:t>const </a:t>
            </a:r>
            <a:r>
              <a:rPr lang="en-US" altLang="ko-KR" dirty="0" err="1">
                <a:solidFill>
                  <a:srgbClr val="0070C0"/>
                </a:solidFill>
              </a:rPr>
              <a:t>vuetify</a:t>
            </a:r>
            <a:r>
              <a:rPr lang="en-US" altLang="ko-KR" dirty="0">
                <a:solidFill>
                  <a:srgbClr val="0070C0"/>
                </a:solidFill>
              </a:rPr>
              <a:t> = </a:t>
            </a:r>
            <a:r>
              <a:rPr lang="en-US" altLang="ko-KR" dirty="0" err="1">
                <a:solidFill>
                  <a:srgbClr val="0070C0"/>
                </a:solidFill>
              </a:rPr>
              <a:t>createVuetify</a:t>
            </a:r>
            <a:r>
              <a:rPr lang="en-US" altLang="ko-KR" dirty="0">
                <a:solidFill>
                  <a:srgbClr val="0070C0"/>
                </a:solidFill>
              </a:rPr>
              <a:t>({</a:t>
            </a:r>
          </a:p>
          <a:p>
            <a:pPr marL="457200" lvl="1" indent="0">
              <a:buNone/>
            </a:pPr>
            <a:r>
              <a:rPr lang="en-US" altLang="ko-KR" dirty="0">
                <a:solidFill>
                  <a:srgbClr val="0070C0"/>
                </a:solidFill>
              </a:rPr>
              <a:t>    components,</a:t>
            </a:r>
          </a:p>
          <a:p>
            <a:pPr marL="457200" lvl="1" indent="0">
              <a:buNone/>
            </a:pPr>
            <a:r>
              <a:rPr lang="en-US" altLang="ko-KR" dirty="0">
                <a:solidFill>
                  <a:srgbClr val="0070C0"/>
                </a:solidFill>
              </a:rPr>
              <a:t>    directives,</a:t>
            </a:r>
          </a:p>
          <a:p>
            <a:pPr marL="457200" lvl="1" indent="0">
              <a:buNone/>
            </a:pPr>
            <a:r>
              <a:rPr lang="en-US" altLang="ko-KR" dirty="0">
                <a:solidFill>
                  <a:srgbClr val="0070C0"/>
                </a:solidFill>
              </a:rPr>
              <a:t>})</a:t>
            </a:r>
          </a:p>
          <a:p>
            <a:pPr marL="0" indent="0">
              <a:buNone/>
            </a:pP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 err="1"/>
              <a:t>createApp</a:t>
            </a:r>
            <a:r>
              <a:rPr lang="en-US" altLang="ko-KR" dirty="0"/>
              <a:t>(App).</a:t>
            </a:r>
            <a:r>
              <a:rPr lang="en-US" altLang="ko-KR" dirty="0">
                <a:solidFill>
                  <a:srgbClr val="FF0000"/>
                </a:solidFill>
              </a:rPr>
              <a:t>use(</a:t>
            </a:r>
            <a:r>
              <a:rPr lang="en-US" altLang="ko-KR" dirty="0" err="1">
                <a:solidFill>
                  <a:srgbClr val="FF0000"/>
                </a:solidFill>
              </a:rPr>
              <a:t>vuetify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  <a:r>
              <a:rPr lang="en-US" altLang="ko-KR" dirty="0"/>
              <a:t>.mount('#app’)</a:t>
            </a:r>
          </a:p>
          <a:p>
            <a:pPr marL="0" indent="0">
              <a:buNone/>
            </a:pPr>
            <a:r>
              <a:rPr lang="en-US" altLang="ko-KR" dirty="0"/>
              <a:t>}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41051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E89E55-0401-C1B0-E780-78841BBA8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Theme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0C0C31-BAB1-5D24-F10D-BBB98BB86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554144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706</TotalTime>
  <Words>161</Words>
  <Application>Microsoft Office PowerPoint</Application>
  <PresentationFormat>와이드스크린</PresentationFormat>
  <Paragraphs>37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개발환경 설치 매뉴얼</vt:lpstr>
      <vt:lpstr>PowerPoint 프레젠테이션</vt:lpstr>
      <vt:lpstr>PowerPoint 프레젠테이션</vt:lpstr>
      <vt:lpstr>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17</cp:revision>
  <dcterms:created xsi:type="dcterms:W3CDTF">2025-09-02T04:36:13Z</dcterms:created>
  <dcterms:modified xsi:type="dcterms:W3CDTF">2025-09-08T01:26:12Z</dcterms:modified>
</cp:coreProperties>
</file>