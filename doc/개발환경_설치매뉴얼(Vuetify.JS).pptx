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78" r:id="rId4"/>
    <p:sldId id="27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3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05E6A-8984-EFA1-470E-CC78E8040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DD331-7DFE-E3A0-60ED-616430268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B44CAF-9969-87D7-A259-7AC10E73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ED3A56-B52E-14CF-C7AB-1A8265F3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90E76-48B1-1323-FCA0-755EB08F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25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CAD6-30DA-718A-0B9E-F91CA2C68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F6BE5E-5EC4-7180-86B9-0C223D578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57CBF-6129-74C9-A914-62F7E4E0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ED207-E025-BA6A-D6F9-FE1C612F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5CCB6A-DB1E-A96E-0A3D-9322821B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25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832211-1E6F-F3A4-9050-32A6C9D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A56608-4347-F241-745B-AB6695A9E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28BE8B-B936-0E69-A9CC-DFDBFC37B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FF8286-8F65-ED9D-299E-B1763B3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15C32-F422-830D-A537-7398F319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3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16C10-3816-432F-38FA-B0EE9832E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0E7BB-13BA-D54E-8414-7F5FD9C6F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71964C-62EA-53EF-2A0A-488125F5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998E5F-2E43-0165-E3EA-AA09D3FE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A6802C-A3FF-3C3B-3C05-90CAE561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D7C0EF-9084-5DD0-699A-7DEC25AB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15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EC5AB-6580-EA19-94F2-A61CB40A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D46D0-0F51-7669-9A99-623021B8C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6C8450-E8F8-7516-3E30-5E36D0BB1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B756FD-6D0D-49DC-BFBA-C300B20B4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0179B7-D0AF-48E7-CA89-B61A74390B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03B105-7526-AAF4-9DDD-0A16130A4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704524-7241-5B7B-AA8F-D5106AD9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118A96-EC14-0C6D-7880-B76E32E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BCF931-5C47-098E-669A-A071695E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47CD62-7BEB-93F6-8F59-9A38920B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5D8707-8721-5828-F469-C2EAE369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CC4656B-0285-FB2E-3898-9A15C260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0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4A1931-8E47-A32B-D7DB-CFF8DE9D2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033E6-B526-1B70-0589-2324F6DAD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F42FE-05BC-9F27-685D-412409E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0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7CA9B-6AF0-EF10-B4BB-8A9E8CE1A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CF62D-66CC-6C64-5F83-7FBAF3D0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57CD72-A01A-C13B-D551-99ABBE052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19B9B-C79D-C92B-0700-B6977B4CE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8C00A2-B151-884C-FA28-E84623150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2019E7-A589-2732-95EF-B781C890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02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C6B8F-13B2-D492-33DF-C1283501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B241D6-17E0-C89D-27A9-A238929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D10C6-0019-CCF9-13E5-37B67551E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C5E3FF-65EA-82CE-53E8-063CE155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406EE-93F0-00B6-1C99-4D098B3D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E53093-EE0C-C9E2-8B62-94726689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85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4ACE1-A4F0-346A-9111-E9E77D07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B54B05-9EE8-BCB1-4C25-80BA7D39B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25541-E4D1-95FE-7EC2-5746A2BF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26A8D-5A74-BE7B-6929-272B5BB6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E9733-D35C-2DF7-5CD9-AA5306B5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9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D80FC-273F-588E-C294-71B175B7EB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A1528-A9B6-921F-0E26-C5FB14091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5F084-DC99-19E0-7AF1-11FF4F11C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3E12D-057D-273D-A228-DA9CD152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9F82EE-AAC0-33E6-9BD3-1DDB43FB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094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AEEB5A-2190-7F9A-9A96-6D342883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3ECF4-33BD-E166-F96D-BF2E7F816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D7807-FA6D-B54F-E92D-CE43FE003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7B33D-9757-66EA-F3D1-A756308E0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1E8AF7-464C-65E0-58DA-481FF6906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29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pictogrammers.com/library/mdi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Vuetify.JS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ko-KR" altLang="en-US" dirty="0"/>
              <a:t>설치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</a:t>
            </a:r>
            <a:r>
              <a:rPr lang="en-US" altLang="ko-KR" dirty="0" err="1"/>
              <a:t>vuetify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</a:t>
            </a:r>
            <a:r>
              <a:rPr lang="en-US" altLang="ko-KR"/>
              <a:t>install –D @</a:t>
            </a:r>
            <a:r>
              <a:rPr lang="en-US" altLang="ko-KR" dirty="0"/>
              <a:t>mdi/font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폰트 검색</a:t>
            </a:r>
            <a:endParaRPr lang="en-US" altLang="ko-KR" dirty="0">
              <a:hlinkClick r:id="rId2"/>
            </a:endParaRPr>
          </a:p>
          <a:p>
            <a:pPr marL="0" indent="0">
              <a:buNone/>
            </a:pPr>
            <a:r>
              <a:rPr lang="en-US" altLang="ko-KR" dirty="0">
                <a:hlinkClick r:id="rId2"/>
              </a:rPr>
              <a:t>(Material Design Icons - Icon Library – </a:t>
            </a:r>
            <a:r>
              <a:rPr lang="en-US" altLang="ko-KR" dirty="0" err="1">
                <a:hlinkClick r:id="rId2"/>
              </a:rPr>
              <a:t>Pictogrammers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fr-FR" altLang="ko-KR" dirty="0"/>
          </a:p>
          <a:p>
            <a:pPr marL="0" indent="0">
              <a:buNone/>
            </a:pPr>
            <a:r>
              <a:rPr lang="fr-FR" altLang="ko-KR" dirty="0"/>
              <a:t>main.js</a:t>
            </a:r>
          </a:p>
          <a:p>
            <a:pPr marL="0" indent="0">
              <a:buNone/>
            </a:pPr>
            <a:r>
              <a:rPr lang="fr-FR" altLang="ko-KR" dirty="0"/>
              <a:t>{</a:t>
            </a:r>
          </a:p>
          <a:p>
            <a:pPr marL="457200" lvl="1" indent="0">
              <a:buNone/>
            </a:pPr>
            <a:r>
              <a:rPr lang="fr-FR" altLang="ko-KR" dirty="0"/>
              <a:t>import "@mdi/font/css/materialdesignicons.css";</a:t>
            </a:r>
          </a:p>
          <a:p>
            <a:pPr marL="457200" lvl="1" indent="0" fontAlgn="base">
              <a:buNone/>
            </a:pPr>
            <a:r>
              <a:rPr lang="en-US" altLang="ko-KR" dirty="0"/>
              <a:t>import { </a:t>
            </a:r>
            <a:r>
              <a:rPr lang="en-US" altLang="ko-KR" dirty="0" err="1"/>
              <a:t>createVuetify</a:t>
            </a:r>
            <a:r>
              <a:rPr lang="en-US" altLang="ko-KR" dirty="0"/>
              <a:t> } from '</a:t>
            </a:r>
            <a:r>
              <a:rPr lang="en-US" altLang="ko-KR" dirty="0" err="1"/>
              <a:t>vuetify</a:t>
            </a:r>
            <a:r>
              <a:rPr lang="en-US" altLang="ko-KR" dirty="0"/>
              <a:t>'</a:t>
            </a:r>
          </a:p>
          <a:p>
            <a:pPr marL="457200" lvl="1" indent="0" fontAlgn="base">
              <a:buNone/>
            </a:pPr>
            <a:endParaRPr lang="en-US" altLang="ko-KR" dirty="0"/>
          </a:p>
          <a:p>
            <a:pPr marL="457200" lvl="1" indent="0" fontAlgn="base">
              <a:buNone/>
            </a:pPr>
            <a:r>
              <a:rPr lang="en-US" altLang="ko-KR" dirty="0"/>
              <a:t>export default </a:t>
            </a:r>
            <a:r>
              <a:rPr lang="en-US" altLang="ko-KR" dirty="0" err="1"/>
              <a:t>createVuetify</a:t>
            </a:r>
            <a:r>
              <a:rPr lang="en-US" altLang="ko-KR" dirty="0"/>
              <a:t>({</a:t>
            </a:r>
          </a:p>
          <a:p>
            <a:pPr marL="457200" lvl="1" indent="0" fontAlgn="base">
              <a:buNone/>
            </a:pPr>
            <a:r>
              <a:rPr lang="en-US" altLang="ko-KR" dirty="0"/>
              <a:t>  icons: {</a:t>
            </a:r>
          </a:p>
          <a:p>
            <a:pPr marL="457200" lvl="1" indent="0" fontAlgn="base">
              <a:buNone/>
            </a:pPr>
            <a:r>
              <a:rPr lang="en-US" altLang="ko-KR" dirty="0"/>
              <a:t>    </a:t>
            </a:r>
            <a:r>
              <a:rPr lang="en-US" altLang="ko-KR" dirty="0" err="1"/>
              <a:t>defaultSet</a:t>
            </a:r>
            <a:r>
              <a:rPr lang="en-US" altLang="ko-KR" dirty="0"/>
              <a:t>: 'mdi', // This is already the default value - only for display purposes</a:t>
            </a:r>
          </a:p>
          <a:p>
            <a:pPr marL="457200" lvl="1" indent="0" fontAlgn="base">
              <a:buNone/>
            </a:pPr>
            <a:r>
              <a:rPr lang="en-US" altLang="ko-KR" dirty="0"/>
              <a:t>  },</a:t>
            </a:r>
          </a:p>
          <a:p>
            <a:pPr marL="457200" lvl="1" indent="0" fontAlgn="base">
              <a:buNone/>
            </a:pPr>
            <a:r>
              <a:rPr lang="en-US" altLang="ko-KR" dirty="0"/>
              <a:t>})</a:t>
            </a:r>
          </a:p>
          <a:p>
            <a:pPr marL="457200" lvl="1" indent="0">
              <a:buNone/>
            </a:pPr>
            <a:endParaRPr lang="fr-FR" altLang="ko-KR" dirty="0"/>
          </a:p>
          <a:p>
            <a:pPr marL="0" indent="0">
              <a:buNone/>
            </a:pPr>
            <a:r>
              <a:rPr lang="fr-FR" altLang="ko-KR" dirty="0"/>
              <a:t>}</a:t>
            </a:r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74E6B8-B063-9393-5357-DC1DC00B6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59CCE3-066E-7039-91FF-6B67933D1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altLang="ko-KR" dirty="0"/>
              <a:t>main.js</a:t>
            </a:r>
          </a:p>
          <a:p>
            <a:pPr marL="0" indent="0">
              <a:buNone/>
            </a:pPr>
            <a:r>
              <a:rPr lang="en-US" altLang="ko-KR" dirty="0"/>
              <a:t>{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// 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endParaRPr lang="en-US" altLang="ko-KR" dirty="0">
              <a:solidFill>
                <a:srgbClr val="0070C0"/>
              </a:solidFill>
            </a:endParaRP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import '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r>
              <a:rPr lang="en-US" altLang="ko-KR" dirty="0">
                <a:solidFill>
                  <a:srgbClr val="0070C0"/>
                </a:solidFill>
              </a:rPr>
              <a:t>/styles’</a:t>
            </a:r>
            <a:br>
              <a:rPr lang="en-US" altLang="ko-KR" dirty="0">
                <a:solidFill>
                  <a:srgbClr val="0070C0"/>
                </a:solidFill>
              </a:rPr>
            </a:br>
            <a:r>
              <a:rPr lang="fr-FR" altLang="ko-KR" dirty="0">
                <a:solidFill>
                  <a:srgbClr val="0070C0"/>
                </a:solidFill>
              </a:rPr>
              <a:t>import ‘@mdi/font/css/materialdesignicons.css’</a:t>
            </a:r>
            <a:endParaRPr lang="en-US" altLang="ko-KR" dirty="0">
              <a:solidFill>
                <a:srgbClr val="0070C0"/>
              </a:solidFill>
            </a:endParaRP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import { </a:t>
            </a:r>
            <a:r>
              <a:rPr lang="en-US" altLang="ko-KR" dirty="0" err="1">
                <a:solidFill>
                  <a:srgbClr val="0070C0"/>
                </a:solidFill>
              </a:rPr>
              <a:t>createVuetify</a:t>
            </a:r>
            <a:r>
              <a:rPr lang="en-US" altLang="ko-KR" dirty="0">
                <a:solidFill>
                  <a:srgbClr val="0070C0"/>
                </a:solidFill>
              </a:rPr>
              <a:t> } from '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r>
              <a:rPr lang="en-US" altLang="ko-KR" dirty="0">
                <a:solidFill>
                  <a:srgbClr val="0070C0"/>
                </a:solidFill>
              </a:rPr>
              <a:t>'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import * as components from '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r>
              <a:rPr lang="en-US" altLang="ko-KR" dirty="0">
                <a:solidFill>
                  <a:srgbClr val="0070C0"/>
                </a:solidFill>
              </a:rPr>
              <a:t>/components'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import * as directives from '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r>
              <a:rPr lang="en-US" altLang="ko-KR" dirty="0">
                <a:solidFill>
                  <a:srgbClr val="0070C0"/>
                </a:solidFill>
              </a:rPr>
              <a:t>/directives'</a:t>
            </a:r>
          </a:p>
          <a:p>
            <a:pPr marL="457200" lvl="1" indent="0">
              <a:buNone/>
            </a:pPr>
            <a:br>
              <a:rPr lang="en-US" altLang="ko-KR" dirty="0">
                <a:solidFill>
                  <a:srgbClr val="0070C0"/>
                </a:solidFill>
              </a:rPr>
            </a:br>
            <a:endParaRPr lang="en-US" altLang="ko-KR" dirty="0">
              <a:solidFill>
                <a:srgbClr val="0070C0"/>
              </a:solidFill>
            </a:endParaRP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const 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r>
              <a:rPr lang="en-US" altLang="ko-KR" dirty="0">
                <a:solidFill>
                  <a:srgbClr val="0070C0"/>
                </a:solidFill>
              </a:rPr>
              <a:t> = </a:t>
            </a:r>
            <a:r>
              <a:rPr lang="en-US" altLang="ko-KR" dirty="0" err="1">
                <a:solidFill>
                  <a:srgbClr val="0070C0"/>
                </a:solidFill>
              </a:rPr>
              <a:t>createVuetify</a:t>
            </a:r>
            <a:r>
              <a:rPr lang="en-US" altLang="ko-KR" dirty="0">
                <a:solidFill>
                  <a:srgbClr val="0070C0"/>
                </a:solidFill>
              </a:rPr>
              <a:t>({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  components,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  directives,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})</a:t>
            </a:r>
          </a:p>
          <a:p>
            <a:pPr marL="0" indent="0">
              <a:buNone/>
            </a:pP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 err="1"/>
              <a:t>createApp</a:t>
            </a:r>
            <a:r>
              <a:rPr lang="en-US" altLang="ko-KR" dirty="0"/>
              <a:t>(App).</a:t>
            </a:r>
            <a:r>
              <a:rPr lang="en-US" altLang="ko-KR" dirty="0">
                <a:solidFill>
                  <a:srgbClr val="FF0000"/>
                </a:solidFill>
              </a:rPr>
              <a:t>use(</a:t>
            </a:r>
            <a:r>
              <a:rPr lang="en-US" altLang="ko-KR" dirty="0" err="1">
                <a:solidFill>
                  <a:srgbClr val="FF0000"/>
                </a:solidFill>
              </a:rPr>
              <a:t>vuetify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en-US" altLang="ko-KR" dirty="0"/>
              <a:t>.mount('#app’)</a:t>
            </a:r>
          </a:p>
          <a:p>
            <a:pPr marL="0" indent="0">
              <a:buNone/>
            </a:pPr>
            <a:r>
              <a:rPr lang="en-US" altLang="ko-KR" dirty="0"/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1051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E89E55-0401-C1B0-E780-78841BBA8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Theme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0C0C31-BAB1-5D24-F10D-BBB98BB86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55414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705</TotalTime>
  <Words>160</Words>
  <Application>Microsoft Office PowerPoint</Application>
  <PresentationFormat>와이드스크린</PresentationFormat>
  <Paragraphs>37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개발환경 설치 매뉴얼</vt:lpstr>
      <vt:lpstr>PowerPoint 프레젠테이션</vt:lpstr>
      <vt:lpstr>PowerPoint 프레젠테이션</vt:lpstr>
      <vt:lpstr>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16</cp:revision>
  <dcterms:created xsi:type="dcterms:W3CDTF">2025-09-02T04:36:13Z</dcterms:created>
  <dcterms:modified xsi:type="dcterms:W3CDTF">2025-09-07T11:27:24Z</dcterms:modified>
</cp:coreProperties>
</file>