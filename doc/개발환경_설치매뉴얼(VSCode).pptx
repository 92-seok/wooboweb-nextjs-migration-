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0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31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505E6A-8984-EFA1-470E-CC78E80404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0DD331-7DFE-E3A0-60ED-6164302684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B44CAF-9969-87D7-A259-7AC10E731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ED3A56-B52E-14CF-C7AB-1A8265F3E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A90E76-48B1-1323-FCA0-755EB08FD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3250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9FCAD6-30DA-718A-0B9E-F91CA2C68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F6BE5E-5EC4-7180-86B9-0C223D578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557CBF-6129-74C9-A914-62F7E4E0A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AED207-E025-BA6A-D6F9-FE1C612FA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5CCB6A-DB1E-A96E-0A3D-9322821BD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254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832211-1E6F-F3A4-9050-32A6C9DC6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A56608-4347-F241-745B-AB6695A9E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28BE8B-B936-0E69-A9CC-DFDBFC37B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FF8286-8F65-ED9D-299E-B1763B367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C15C32-F422-830D-A537-7398F319C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131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16C10-3816-432F-38FA-B0EE9832E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D0E7BB-13BA-D54E-8414-7F5FD9C6F3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71964C-62EA-53EF-2A0A-488125F53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998E5F-2E43-0165-E3EA-AA09D3FE5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A6802C-A3FF-3C3B-3C05-90CAE561A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D7C0EF-9084-5DD0-699A-7DEC25AB1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155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6EC5AB-6580-EA19-94F2-A61CB40A2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4D46D0-0F51-7669-9A99-623021B8C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26C8450-E8F8-7516-3E30-5E36D0BB1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CB756FD-6D0D-49DC-BFBA-C300B20B43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50179B7-D0AF-48E7-CA89-B61A74390B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E03B105-7526-AAF4-9DDD-0A16130A4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1704524-7241-5B7B-AA8F-D5106AD93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C118A96-EC14-0C6D-7880-B76E32E38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26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BCF931-5C47-098E-669A-A071695E4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F47CD62-7BEB-93F6-8F59-9A38920B1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75D8707-8721-5828-F469-C2EAE3699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CC4656B-0285-FB2E-3898-9A15C260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60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D4A1931-8E47-A32B-D7DB-CFF8DE9D2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67033E6-B526-1B70-0589-2324F6DAD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FF42FE-05BC-9F27-685D-412409EA3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510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07CA9B-6AF0-EF10-B4BB-8A9E8CE1A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ECF62D-66CC-6C64-5F83-7FBAF3D0C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57CD72-A01A-C13B-D551-99ABBE052A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719B9B-C79D-C92B-0700-B6977B4CE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8C00A2-B151-884C-FA28-E84623150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2019E7-A589-2732-95EF-B781C8909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021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FC6B8F-13B2-D492-33DF-C1283501C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BB241D6-17E0-C89D-27A9-A238929B0D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7D10C6-0019-CCF9-13E5-37B67551E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C5E3FF-65EA-82CE-53E8-063CE1552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1406EE-93F0-00B6-1C99-4D098B3DD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E53093-EE0C-C9E2-8B62-947266899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858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24ACE1-A4F0-346A-9111-E9E77D07D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B54B05-9EE8-BCB1-4C25-80BA7D39B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B25541-E4D1-95FE-7EC2-5746A2BFA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6A8D-5A74-BE7B-6929-272B5BB6D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DE9733-D35C-2DF7-5CD9-AA5306B58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799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DFD80FC-273F-588E-C294-71B175B7EB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04A1528-A9B6-921F-0E26-C5FB14091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95F084-DC99-19E0-7AF1-11FF4F11C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EE32-49FD-4EA7-9011-353EB936649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B3E12D-057D-273D-A228-DA9CD1526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9F82EE-AAC0-33E6-9BD3-1DDB43FB4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4094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5AEEB5A-2190-7F9A-9A96-6D342883D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93ECF4-33BD-E166-F96D-BF2E7F816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BD7807-FA6D-B54F-E92D-CE43FE003C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59EE32-49FD-4EA7-9011-353EB936649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57B33D-9757-66EA-F3D1-A756308E06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1E8AF7-464C-65E0-58DA-481FF6906D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68B6E5-C61A-4829-9E50-BAA7AC5086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1298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E6366C-8B87-E7B7-10F7-0A36AF6F12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개발환경 설치 매뉴얼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572435-4746-0080-CEFA-668391B2F3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VSCode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2386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5E57A1-95CA-F9E5-008E-1D99E51F2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VSCode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C4BDE8B-D722-B44F-38C2-A2E64B18D1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9176" y="1825625"/>
            <a:ext cx="601364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950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E61251-C437-7FA4-04EF-2390FC072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VSCode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C33CB97F-AA3E-124B-7FE8-8E19BD933C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2013" y="1825625"/>
            <a:ext cx="560797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487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D5898C-2E89-8FC9-EF52-4F74FE7F9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VSCode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A55BBCDA-244B-1C40-EB93-361010EAED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2013" y="1825625"/>
            <a:ext cx="560797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0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2404B6-4BE6-611D-2EA1-0F09F81EA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VSCode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E47EEC3D-588F-09D6-F7E8-3264687430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2013" y="1825625"/>
            <a:ext cx="560797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895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6508CC-F0E5-314E-5A8D-A4E0CED28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VSCode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8C65331-2585-D90F-F6A4-29109EB083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2013" y="1825625"/>
            <a:ext cx="560797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946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5362-88E2-8553-DC0C-B2A60BB5C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VSCode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6FEDBDA-715D-1EF5-22D9-8732D32F2C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2013" y="1825625"/>
            <a:ext cx="560797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821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4DDB08-D8EF-A5F6-8E84-3930AD127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VSCode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238D8F8-DB01-BA4C-C1AF-1ECC2E97DD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2013" y="1825625"/>
            <a:ext cx="560797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482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E0D944-53C1-262B-DB49-D1FB8357C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VSCode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239D2B4-8CDF-3105-ABCE-93CC872ABD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2013" y="1825625"/>
            <a:ext cx="560797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89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F16860-3D17-A741-D237-ACDFF39BE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VSCode</a:t>
            </a:r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332EE4A-8580-F0E0-BD4F-EC29E539DA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2496" y="1825625"/>
            <a:ext cx="65270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08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</Words>
  <Application>Microsoft Office PowerPoint</Application>
  <PresentationFormat>와이드스크린</PresentationFormat>
  <Paragraphs>11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개발환경 설치 매뉴얼</vt:lpstr>
      <vt:lpstr>VSCode</vt:lpstr>
      <vt:lpstr>VSCode</vt:lpstr>
      <vt:lpstr>VSCode</vt:lpstr>
      <vt:lpstr>VSCode</vt:lpstr>
      <vt:lpstr>VSCode</vt:lpstr>
      <vt:lpstr>VSCode</vt:lpstr>
      <vt:lpstr>VSCode</vt:lpstr>
      <vt:lpstr>VSCode</vt:lpstr>
      <vt:lpstr>VSCode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2</cp:revision>
  <dcterms:created xsi:type="dcterms:W3CDTF">2025-09-02T04:36:13Z</dcterms:created>
  <dcterms:modified xsi:type="dcterms:W3CDTF">2025-09-03T07:26:27Z</dcterms:modified>
</cp:coreProperties>
</file>