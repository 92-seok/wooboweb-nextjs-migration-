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94" r:id="rId3"/>
    <p:sldId id="262" r:id="rId4"/>
    <p:sldId id="279" r:id="rId5"/>
    <p:sldId id="280" r:id="rId6"/>
    <p:sldId id="261" r:id="rId7"/>
    <p:sldId id="265" r:id="rId8"/>
    <p:sldId id="257" r:id="rId9"/>
    <p:sldId id="259" r:id="rId10"/>
    <p:sldId id="292" r:id="rId11"/>
    <p:sldId id="260" r:id="rId12"/>
    <p:sldId id="281" r:id="rId13"/>
    <p:sldId id="289" r:id="rId14"/>
    <p:sldId id="283" r:id="rId15"/>
    <p:sldId id="285" r:id="rId16"/>
    <p:sldId id="286" r:id="rId17"/>
    <p:sldId id="287" r:id="rId18"/>
    <p:sldId id="288" r:id="rId19"/>
    <p:sldId id="291" r:id="rId20"/>
    <p:sldId id="293" r:id="rId21"/>
  </p:sldIdLst>
  <p:sldSz cx="12192000" cy="6858000"/>
  <p:notesSz cx="7315200" cy="9601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5EF870-E479-4A4F-90FC-43B858563526}" type="doc">
      <dgm:prSet loTypeId="urn:microsoft.com/office/officeart/2005/8/layout/process4" loCatId="process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873E5820-7DFE-4117-A946-8032978967E8}">
      <dgm:prSet custT="1"/>
      <dgm:spPr/>
      <dgm:t>
        <a:bodyPr/>
        <a:lstStyle/>
        <a:p>
          <a:pPr latinLnBrk="1"/>
          <a:r>
            <a:rPr lang="ko-KR" altLang="en-US" sz="2400" b="1" dirty="0"/>
            <a:t>장애 장비 통합관리 및 </a:t>
          </a:r>
          <a:r>
            <a:rPr lang="ko-KR" altLang="en-US" sz="2400" b="1" dirty="0">
              <a:solidFill>
                <a:srgbClr val="FF0000"/>
              </a:solidFill>
            </a:rPr>
            <a:t>선대응</a:t>
          </a:r>
          <a:r>
            <a:rPr lang="ko-KR" altLang="en-US" sz="2400" b="1" dirty="0"/>
            <a:t>으로 </a:t>
          </a:r>
          <a:r>
            <a:rPr lang="ko-KR" altLang="en-US" sz="2400" b="1" dirty="0">
              <a:solidFill>
                <a:srgbClr val="92D050"/>
              </a:solidFill>
            </a:rPr>
            <a:t>신뢰성 향상</a:t>
          </a:r>
        </a:p>
      </dgm:t>
    </dgm:pt>
    <dgm:pt modelId="{72922700-86B0-4AC7-A108-56551B7EFADE}" type="parTrans" cxnId="{25655B9D-9772-41AC-83B4-07FC894A859B}">
      <dgm:prSet/>
      <dgm:spPr/>
      <dgm:t>
        <a:bodyPr/>
        <a:lstStyle/>
        <a:p>
          <a:pPr latinLnBrk="1"/>
          <a:endParaRPr lang="ko-KR" altLang="en-US"/>
        </a:p>
      </dgm:t>
    </dgm:pt>
    <dgm:pt modelId="{17D29F51-656D-48C7-8B52-D8814C0CC151}" type="sibTrans" cxnId="{25655B9D-9772-41AC-83B4-07FC894A859B}">
      <dgm:prSet/>
      <dgm:spPr/>
      <dgm:t>
        <a:bodyPr/>
        <a:lstStyle/>
        <a:p>
          <a:pPr latinLnBrk="1"/>
          <a:endParaRPr lang="ko-KR" altLang="en-US"/>
        </a:p>
      </dgm:t>
    </dgm:pt>
    <dgm:pt modelId="{1DA77C79-475C-425A-95A6-924BEC395310}">
      <dgm:prSet custT="1"/>
      <dgm:spPr/>
      <dgm:t>
        <a:bodyPr/>
        <a:lstStyle/>
        <a:p>
          <a:pPr latinLnBrk="1"/>
          <a:r>
            <a:rPr lang="en-US" altLang="ko-KR" sz="800" b="1" dirty="0"/>
            <a:t>- </a:t>
          </a:r>
          <a:r>
            <a:rPr lang="ko-KR" altLang="en-US" sz="800" b="1" dirty="0"/>
            <a:t>주무관으로부터 연락이 와야 장비 장애상황 인지 후 대응 가능</a:t>
          </a:r>
          <a:r>
            <a:rPr lang="en-US" altLang="ko-KR" sz="800" b="1" dirty="0"/>
            <a:t>.</a:t>
          </a:r>
          <a:br>
            <a:rPr lang="en-US" altLang="ko-KR" sz="800" b="1" dirty="0"/>
          </a:br>
          <a:r>
            <a:rPr lang="en-US" altLang="ko-KR" sz="800" b="1" dirty="0"/>
            <a:t>- </a:t>
          </a:r>
          <a:r>
            <a:rPr lang="ko-KR" altLang="en-US" sz="800" b="1" dirty="0"/>
            <a:t>하천 범람</a:t>
          </a:r>
          <a:r>
            <a:rPr lang="en-US" altLang="ko-KR" sz="800" b="1" dirty="0"/>
            <a:t>, </a:t>
          </a:r>
          <a:r>
            <a:rPr lang="ko-KR" altLang="en-US" sz="800" b="1" dirty="0"/>
            <a:t>주차장 침수</a:t>
          </a:r>
          <a:r>
            <a:rPr lang="en-US" altLang="ko-KR" sz="800" b="1" dirty="0"/>
            <a:t>, </a:t>
          </a:r>
          <a:r>
            <a:rPr lang="ko-KR" altLang="en-US" sz="800" b="1" dirty="0"/>
            <a:t>토사붕괴 등 </a:t>
          </a:r>
          <a:r>
            <a:rPr lang="ko-KR" altLang="en-US" sz="800" b="1" u="sng" dirty="0">
              <a:solidFill>
                <a:srgbClr val="FF0000"/>
              </a:solidFill>
            </a:rPr>
            <a:t>사건이 일어난 이후에 연락이 와야</a:t>
          </a:r>
          <a:r>
            <a:rPr lang="ko-KR" altLang="en-US" sz="800" b="1" dirty="0"/>
            <a:t> 인지 가능</a:t>
          </a:r>
          <a:r>
            <a:rPr lang="en-US" altLang="ko-KR" sz="800" b="1" dirty="0"/>
            <a:t>.</a:t>
          </a:r>
          <a:endParaRPr lang="ko-KR" sz="800" b="1" dirty="0"/>
        </a:p>
      </dgm:t>
    </dgm:pt>
    <dgm:pt modelId="{5C851816-3887-4C9E-B202-E20B4DF6262C}" type="parTrans" cxnId="{EC0A87DC-5B6E-43BD-966B-F9B49EEBC3D0}">
      <dgm:prSet/>
      <dgm:spPr/>
      <dgm:t>
        <a:bodyPr/>
        <a:lstStyle/>
        <a:p>
          <a:pPr latinLnBrk="1"/>
          <a:endParaRPr lang="ko-KR" altLang="en-US"/>
        </a:p>
      </dgm:t>
    </dgm:pt>
    <dgm:pt modelId="{EA546922-585F-4E86-B3CE-A70B1646861E}" type="sibTrans" cxnId="{EC0A87DC-5B6E-43BD-966B-F9B49EEBC3D0}">
      <dgm:prSet/>
      <dgm:spPr/>
      <dgm:t>
        <a:bodyPr/>
        <a:lstStyle/>
        <a:p>
          <a:pPr latinLnBrk="1"/>
          <a:endParaRPr lang="ko-KR" altLang="en-US"/>
        </a:p>
      </dgm:t>
    </dgm:pt>
    <dgm:pt modelId="{B4D4BE2C-118C-42A5-9D54-6313F1ACA9DD}">
      <dgm:prSet custT="1"/>
      <dgm:spPr/>
      <dgm:t>
        <a:bodyPr/>
        <a:lstStyle/>
        <a:p>
          <a:pPr latinLnBrk="1"/>
          <a:r>
            <a:rPr lang="ko-KR" altLang="en-US" sz="2400" b="1" dirty="0"/>
            <a:t>현장 테스트 기능으로 </a:t>
          </a:r>
          <a:r>
            <a:rPr lang="ko-KR" altLang="en-US" sz="2400" b="1" dirty="0">
              <a:solidFill>
                <a:srgbClr val="FFC000"/>
              </a:solidFill>
            </a:rPr>
            <a:t>작업시간 단축</a:t>
          </a:r>
        </a:p>
      </dgm:t>
    </dgm:pt>
    <dgm:pt modelId="{D8F35BE6-6275-4D39-9355-27FBB1FFED07}" type="parTrans" cxnId="{370FCA4F-D770-4B7A-B3EC-DC145BB445E6}">
      <dgm:prSet/>
      <dgm:spPr/>
      <dgm:t>
        <a:bodyPr/>
        <a:lstStyle/>
        <a:p>
          <a:pPr latinLnBrk="1"/>
          <a:endParaRPr lang="ko-KR" altLang="en-US"/>
        </a:p>
      </dgm:t>
    </dgm:pt>
    <dgm:pt modelId="{52B23779-6554-4B06-8259-C49E9F331C08}" type="sibTrans" cxnId="{370FCA4F-D770-4B7A-B3EC-DC145BB445E6}">
      <dgm:prSet/>
      <dgm:spPr/>
      <dgm:t>
        <a:bodyPr/>
        <a:lstStyle/>
        <a:p>
          <a:pPr latinLnBrk="1"/>
          <a:endParaRPr lang="ko-KR" altLang="en-US"/>
        </a:p>
      </dgm:t>
    </dgm:pt>
    <dgm:pt modelId="{527B8DF2-FCE7-49B5-88BA-A7DFF6407747}">
      <dgm:prSet custT="1"/>
      <dgm:spPr/>
      <dgm:t>
        <a:bodyPr/>
        <a:lstStyle/>
        <a:p>
          <a:pPr latinLnBrk="1"/>
          <a:r>
            <a:rPr lang="en-US" altLang="ko-KR" sz="800" b="1" dirty="0"/>
            <a:t>- </a:t>
          </a:r>
          <a:r>
            <a:rPr lang="ko-KR" altLang="en-US" sz="800" b="1" dirty="0" err="1"/>
            <a:t>로거</a:t>
          </a:r>
          <a:r>
            <a:rPr lang="ko-KR" altLang="en-US" sz="800" b="1" dirty="0"/>
            <a:t> 또는 센서 교체</a:t>
          </a:r>
          <a:r>
            <a:rPr lang="en-US" altLang="ko-KR" sz="800" b="1" dirty="0"/>
            <a:t>, </a:t>
          </a:r>
          <a:r>
            <a:rPr lang="ko-KR" altLang="en-US" sz="800" b="1" dirty="0"/>
            <a:t>장비 동작시험 시 현장에서 사무실로 전화로 </a:t>
          </a:r>
          <a:r>
            <a:rPr lang="ko-KR" altLang="en-US" sz="800" b="1" dirty="0" err="1"/>
            <a:t>지원요청하여</a:t>
          </a:r>
          <a:r>
            <a:rPr lang="ko-KR" altLang="en-US" sz="800" b="1" dirty="0"/>
            <a:t> 제어</a:t>
          </a:r>
          <a:r>
            <a:rPr lang="en-US" altLang="ko-KR" sz="800" b="1" dirty="0"/>
            <a:t>.</a:t>
          </a:r>
          <a:br>
            <a:rPr lang="en-US" altLang="ko-KR" sz="800" b="1" dirty="0"/>
          </a:br>
          <a:r>
            <a:rPr lang="ko-KR" altLang="en-US" sz="800" b="1" dirty="0"/>
            <a:t>통화 중 이거나</a:t>
          </a:r>
          <a:r>
            <a:rPr lang="en-US" altLang="ko-KR" sz="800" b="1" dirty="0"/>
            <a:t>, </a:t>
          </a:r>
          <a:r>
            <a:rPr lang="ko-KR" altLang="en-US" sz="800" b="1" dirty="0" err="1"/>
            <a:t>부재시</a:t>
          </a:r>
          <a:r>
            <a:rPr lang="ko-KR" altLang="en-US" sz="800" b="1" dirty="0"/>
            <a:t> 제어불가 </a:t>
          </a:r>
          <a:r>
            <a:rPr lang="en-US" altLang="ko-KR" sz="800" b="1" dirty="0"/>
            <a:t>&gt; </a:t>
          </a:r>
          <a:r>
            <a:rPr lang="ko-KR" altLang="en-US" sz="800" b="1" u="sng" dirty="0">
              <a:solidFill>
                <a:srgbClr val="FF0000"/>
              </a:solidFill>
            </a:rPr>
            <a:t>현장에서 대기</a:t>
          </a:r>
          <a:r>
            <a:rPr lang="ko-KR" altLang="en-US" sz="800" b="1" dirty="0"/>
            <a:t>해야 함</a:t>
          </a:r>
          <a:r>
            <a:rPr lang="en-US" altLang="ko-KR" sz="800" b="1" dirty="0"/>
            <a:t>.</a:t>
          </a:r>
          <a:endParaRPr lang="ko-KR" sz="800" b="1" dirty="0"/>
        </a:p>
      </dgm:t>
    </dgm:pt>
    <dgm:pt modelId="{7AD51395-3915-4797-A9DA-993003FAFF7E}" type="parTrans" cxnId="{980E73D9-4C79-40C4-B2DE-4FC550DCF0F6}">
      <dgm:prSet/>
      <dgm:spPr/>
      <dgm:t>
        <a:bodyPr/>
        <a:lstStyle/>
        <a:p>
          <a:pPr latinLnBrk="1"/>
          <a:endParaRPr lang="ko-KR" altLang="en-US"/>
        </a:p>
      </dgm:t>
    </dgm:pt>
    <dgm:pt modelId="{DE025F9B-3DE6-4527-ACE4-356525F8F46E}" type="sibTrans" cxnId="{980E73D9-4C79-40C4-B2DE-4FC550DCF0F6}">
      <dgm:prSet/>
      <dgm:spPr/>
      <dgm:t>
        <a:bodyPr/>
        <a:lstStyle/>
        <a:p>
          <a:pPr latinLnBrk="1"/>
          <a:endParaRPr lang="ko-KR" altLang="en-US"/>
        </a:p>
      </dgm:t>
    </dgm:pt>
    <dgm:pt modelId="{5DFD5483-1F0F-4867-AE7A-1A97EA49AD83}">
      <dgm:prSet custT="1"/>
      <dgm:spPr/>
      <dgm:t>
        <a:bodyPr/>
        <a:lstStyle/>
        <a:p>
          <a:pPr latinLnBrk="1"/>
          <a:r>
            <a:rPr lang="en-US" altLang="ko-KR" sz="800" b="1" dirty="0"/>
            <a:t>- </a:t>
          </a:r>
          <a:r>
            <a:rPr lang="ko-KR" altLang="en-US" sz="800" b="1" dirty="0"/>
            <a:t>운영지원 시스템에서 각 지역별  장비의 장애 발생상황을 </a:t>
          </a:r>
          <a:r>
            <a:rPr lang="ko-KR" altLang="en-US" sz="800" b="1" u="sng" dirty="0">
              <a:solidFill>
                <a:srgbClr val="FF0000"/>
              </a:solidFill>
            </a:rPr>
            <a:t>미리 파악하여 </a:t>
          </a:r>
          <a:r>
            <a:rPr lang="ko-KR" altLang="en-US" sz="800" b="1" u="sng" dirty="0" err="1">
              <a:solidFill>
                <a:srgbClr val="FF0000"/>
              </a:solidFill>
            </a:rPr>
            <a:t>선대응</a:t>
          </a:r>
          <a:r>
            <a:rPr lang="ko-KR" altLang="en-US" sz="800" b="1" u="sng" dirty="0">
              <a:solidFill>
                <a:srgbClr val="FF0000"/>
              </a:solidFill>
            </a:rPr>
            <a:t> </a:t>
          </a:r>
          <a:r>
            <a:rPr lang="ko-KR" altLang="en-US" sz="800" b="1" dirty="0"/>
            <a:t>가능</a:t>
          </a:r>
          <a:r>
            <a:rPr lang="en-US" altLang="ko-KR" sz="800" b="1" dirty="0"/>
            <a:t>.</a:t>
          </a:r>
          <a:br>
            <a:rPr lang="en-US" altLang="ko-KR" sz="800" b="1" dirty="0"/>
          </a:br>
          <a:r>
            <a:rPr lang="en-US" altLang="ko-KR" sz="800" b="1" dirty="0"/>
            <a:t>- </a:t>
          </a:r>
          <a:r>
            <a:rPr lang="ko-KR" altLang="en-US" sz="800" b="1" dirty="0"/>
            <a:t>신규도입 또는 담당자 관심지역의  장비 장애상태 미리 인지하여 집중적인 관리 가능</a:t>
          </a:r>
          <a:r>
            <a:rPr lang="en-US" altLang="ko-KR" sz="800" b="1" dirty="0"/>
            <a:t>.</a:t>
          </a:r>
          <a:endParaRPr lang="ko-KR" sz="800" b="1" dirty="0"/>
        </a:p>
      </dgm:t>
    </dgm:pt>
    <dgm:pt modelId="{7FFACB6D-07F7-425A-89C3-28684B980BAF}" type="parTrans" cxnId="{F1C2CF24-DE46-4AC2-882E-259EFA16CCC0}">
      <dgm:prSet/>
      <dgm:spPr/>
      <dgm:t>
        <a:bodyPr/>
        <a:lstStyle/>
        <a:p>
          <a:pPr latinLnBrk="1"/>
          <a:endParaRPr lang="ko-KR" altLang="en-US"/>
        </a:p>
      </dgm:t>
    </dgm:pt>
    <dgm:pt modelId="{3B0640DA-5937-46AE-BB07-0F33233F68A8}" type="sibTrans" cxnId="{F1C2CF24-DE46-4AC2-882E-259EFA16CCC0}">
      <dgm:prSet/>
      <dgm:spPr/>
      <dgm:t>
        <a:bodyPr/>
        <a:lstStyle/>
        <a:p>
          <a:pPr latinLnBrk="1"/>
          <a:endParaRPr lang="ko-KR" altLang="en-US"/>
        </a:p>
      </dgm:t>
    </dgm:pt>
    <dgm:pt modelId="{D0793366-DC3D-4317-8C02-1911BA6274CC}">
      <dgm:prSet custT="1"/>
      <dgm:spPr/>
      <dgm:t>
        <a:bodyPr/>
        <a:lstStyle/>
        <a:p>
          <a:pPr algn="ctr" latinLnBrk="1"/>
          <a:r>
            <a:rPr lang="en-US" altLang="ko-KR" sz="800" b="1" dirty="0"/>
            <a:t>- </a:t>
          </a:r>
          <a:r>
            <a:rPr lang="ko-KR" altLang="en-US" sz="800" b="1" dirty="0" err="1"/>
            <a:t>로거</a:t>
          </a:r>
          <a:r>
            <a:rPr lang="ko-KR" altLang="en-US" sz="800" b="1" dirty="0"/>
            <a:t> 또는 센서 교체</a:t>
          </a:r>
          <a:r>
            <a:rPr lang="en-US" altLang="ko-KR" sz="800" b="1" dirty="0"/>
            <a:t>, </a:t>
          </a:r>
          <a:r>
            <a:rPr lang="ko-KR" altLang="en-US" sz="800" b="1" dirty="0"/>
            <a:t>장비 동작시험 시 현장에서 운영지원시스템을 통해서 </a:t>
          </a:r>
          <a:br>
            <a:rPr lang="en-US" altLang="ko-KR" sz="800" b="1" dirty="0"/>
          </a:br>
          <a:r>
            <a:rPr lang="ko-KR" altLang="en-US" sz="800" b="1" u="sng" dirty="0">
              <a:solidFill>
                <a:srgbClr val="FF0000"/>
              </a:solidFill>
            </a:rPr>
            <a:t>직접 제어</a:t>
          </a:r>
          <a:r>
            <a:rPr lang="ko-KR" altLang="en-US" sz="800" b="1" dirty="0"/>
            <a:t> 가능</a:t>
          </a:r>
          <a:r>
            <a:rPr lang="en-US" altLang="ko-KR" sz="800" b="1" dirty="0"/>
            <a:t> &gt; </a:t>
          </a:r>
          <a:r>
            <a:rPr lang="ko-KR" altLang="en-US" sz="800" b="1" dirty="0"/>
            <a:t>작업 시간 감소</a:t>
          </a:r>
          <a:r>
            <a:rPr lang="en-US" altLang="ko-KR" sz="800" b="1" dirty="0"/>
            <a:t>.</a:t>
          </a:r>
          <a:endParaRPr lang="ko-KR" sz="800" b="1" dirty="0"/>
        </a:p>
      </dgm:t>
    </dgm:pt>
    <dgm:pt modelId="{5B7A48F2-ECCE-4619-B7E0-B2681D64FF84}" type="parTrans" cxnId="{BFA3AE89-3D6D-42B6-9BDF-DC08E537708E}">
      <dgm:prSet/>
      <dgm:spPr/>
      <dgm:t>
        <a:bodyPr/>
        <a:lstStyle/>
        <a:p>
          <a:pPr latinLnBrk="1"/>
          <a:endParaRPr lang="ko-KR" altLang="en-US"/>
        </a:p>
      </dgm:t>
    </dgm:pt>
    <dgm:pt modelId="{3CEB3D40-ADAE-4F60-AA8A-0F402E094A0C}" type="sibTrans" cxnId="{BFA3AE89-3D6D-42B6-9BDF-DC08E537708E}">
      <dgm:prSet/>
      <dgm:spPr/>
      <dgm:t>
        <a:bodyPr/>
        <a:lstStyle/>
        <a:p>
          <a:pPr latinLnBrk="1"/>
          <a:endParaRPr lang="ko-KR" altLang="en-US"/>
        </a:p>
      </dgm:t>
    </dgm:pt>
    <dgm:pt modelId="{0156BBE2-86CD-4601-BF03-5A9BF24CAC0A}">
      <dgm:prSet custT="1"/>
      <dgm:spPr/>
      <dgm:t>
        <a:bodyPr/>
        <a:lstStyle/>
        <a:p>
          <a:pPr latinLnBrk="1"/>
          <a:r>
            <a:rPr lang="ko-KR" altLang="en-US" sz="2400" b="1" dirty="0"/>
            <a:t>지도 </a:t>
          </a:r>
          <a:r>
            <a:rPr lang="ko-KR" altLang="en-US" sz="2400" b="1" dirty="0" err="1"/>
            <a:t>길찾기</a:t>
          </a:r>
          <a:r>
            <a:rPr lang="ko-KR" altLang="en-US" sz="2400" b="1" dirty="0"/>
            <a:t> 기능으로 </a:t>
          </a:r>
          <a:r>
            <a:rPr lang="ko-KR" altLang="en-US" sz="2400" b="1" dirty="0">
              <a:solidFill>
                <a:srgbClr val="00B0F0"/>
              </a:solidFill>
            </a:rPr>
            <a:t>편의성 향상</a:t>
          </a:r>
        </a:p>
      </dgm:t>
    </dgm:pt>
    <dgm:pt modelId="{64A92966-EE6E-4964-B0C0-F56AC7F40EE4}" type="parTrans" cxnId="{97B0B2E9-AFB1-4855-9EC1-05682A35C952}">
      <dgm:prSet/>
      <dgm:spPr/>
      <dgm:t>
        <a:bodyPr/>
        <a:lstStyle/>
        <a:p>
          <a:pPr latinLnBrk="1"/>
          <a:endParaRPr lang="ko-KR" altLang="en-US"/>
        </a:p>
      </dgm:t>
    </dgm:pt>
    <dgm:pt modelId="{C31D6059-D5CD-44C1-B2AA-AC358B10560B}" type="sibTrans" cxnId="{97B0B2E9-AFB1-4855-9EC1-05682A35C952}">
      <dgm:prSet/>
      <dgm:spPr/>
      <dgm:t>
        <a:bodyPr/>
        <a:lstStyle/>
        <a:p>
          <a:pPr latinLnBrk="1"/>
          <a:endParaRPr lang="ko-KR" altLang="en-US"/>
        </a:p>
      </dgm:t>
    </dgm:pt>
    <dgm:pt modelId="{55362098-6659-4E94-8256-172AA8495A62}">
      <dgm:prSet custT="1"/>
      <dgm:spPr/>
      <dgm:t>
        <a:bodyPr/>
        <a:lstStyle/>
        <a:p>
          <a:pPr latinLnBrk="1"/>
          <a:r>
            <a:rPr lang="en-US" altLang="ko-KR" sz="800" b="1" dirty="0"/>
            <a:t>- </a:t>
          </a:r>
          <a:r>
            <a:rPr lang="ko-KR" altLang="en-US" sz="800" b="1" dirty="0"/>
            <a:t>현장을 모르는 사람이 특정 현장으로 출장 시  주소 요청 필요</a:t>
          </a:r>
          <a:r>
            <a:rPr lang="en-US" altLang="ko-KR" sz="800" b="1" dirty="0"/>
            <a:t>.</a:t>
          </a:r>
          <a:br>
            <a:rPr lang="en-US" altLang="ko-KR" sz="800" b="1" dirty="0"/>
          </a:br>
          <a:r>
            <a:rPr lang="en-US" altLang="ko-KR" sz="800" b="1" dirty="0"/>
            <a:t>- </a:t>
          </a:r>
          <a:r>
            <a:rPr lang="ko-KR" altLang="en-US" sz="800" b="1" dirty="0"/>
            <a:t>문서 또는 카톡 메모로 주소 입력해서 </a:t>
          </a:r>
          <a:r>
            <a:rPr lang="ko-KR" altLang="en-US" sz="800" b="1" dirty="0" err="1"/>
            <a:t>찾아감</a:t>
          </a:r>
          <a:r>
            <a:rPr lang="en-US" altLang="ko-KR" sz="800" b="1" dirty="0"/>
            <a:t>.</a:t>
          </a:r>
          <a:br>
            <a:rPr lang="en-US" altLang="ko-KR" sz="800" b="1" dirty="0"/>
          </a:br>
          <a:r>
            <a:rPr lang="en-US" altLang="ko-KR" sz="800" b="1" dirty="0"/>
            <a:t>- </a:t>
          </a:r>
          <a:r>
            <a:rPr lang="ko-KR" altLang="en-US" sz="800" b="1" dirty="0"/>
            <a:t>지번 주소로 찾아가도 </a:t>
          </a:r>
          <a:r>
            <a:rPr lang="ko-KR" altLang="en-US" sz="800" b="1" u="sng" dirty="0">
              <a:solidFill>
                <a:srgbClr val="FF0000"/>
              </a:solidFill>
            </a:rPr>
            <a:t>정확한 위치 파악이 어려움</a:t>
          </a:r>
          <a:r>
            <a:rPr lang="en-US" altLang="ko-KR" sz="800" b="1" dirty="0">
              <a:solidFill>
                <a:srgbClr val="FF0000"/>
              </a:solidFill>
            </a:rPr>
            <a:t>.</a:t>
          </a:r>
          <a:endParaRPr lang="ko-KR" sz="800" b="1" dirty="0">
            <a:solidFill>
              <a:srgbClr val="FF0000"/>
            </a:solidFill>
          </a:endParaRPr>
        </a:p>
      </dgm:t>
    </dgm:pt>
    <dgm:pt modelId="{9FB94A4E-8D9F-4B55-8507-61209873904F}" type="parTrans" cxnId="{E7C5FE0E-A334-4C9B-81E8-12B6D144D135}">
      <dgm:prSet/>
      <dgm:spPr/>
      <dgm:t>
        <a:bodyPr/>
        <a:lstStyle/>
        <a:p>
          <a:pPr latinLnBrk="1"/>
          <a:endParaRPr lang="ko-KR" altLang="en-US"/>
        </a:p>
      </dgm:t>
    </dgm:pt>
    <dgm:pt modelId="{03E8AB1A-36FA-4C09-8A8E-4CD7F8B7A19F}" type="sibTrans" cxnId="{E7C5FE0E-A334-4C9B-81E8-12B6D144D135}">
      <dgm:prSet/>
      <dgm:spPr/>
      <dgm:t>
        <a:bodyPr/>
        <a:lstStyle/>
        <a:p>
          <a:pPr latinLnBrk="1"/>
          <a:endParaRPr lang="ko-KR" altLang="en-US"/>
        </a:p>
      </dgm:t>
    </dgm:pt>
    <dgm:pt modelId="{2FFB0F26-DD0F-49FF-BF63-9FEC57C8DBB7}">
      <dgm:prSet custT="1"/>
      <dgm:spPr/>
      <dgm:t>
        <a:bodyPr/>
        <a:lstStyle/>
        <a:p>
          <a:pPr latinLnBrk="1"/>
          <a:r>
            <a:rPr lang="en-US" altLang="ko-KR" sz="800" b="1" dirty="0"/>
            <a:t>- </a:t>
          </a:r>
          <a:r>
            <a:rPr lang="ko-KR" altLang="en-US" sz="800" b="1" dirty="0"/>
            <a:t>운영지원 시스템을 통해 출장 시 </a:t>
          </a:r>
          <a:r>
            <a:rPr lang="en-US" altLang="ko-KR" sz="800" b="1" dirty="0"/>
            <a:t>＂</a:t>
          </a:r>
          <a:r>
            <a:rPr lang="ko-KR" altLang="en-US" sz="800" b="1" dirty="0"/>
            <a:t>네이버 </a:t>
          </a:r>
          <a:r>
            <a:rPr lang="ko-KR" altLang="en-US" sz="800" b="1" dirty="0" err="1"/>
            <a:t>길찾기</a:t>
          </a:r>
          <a:r>
            <a:rPr lang="en-US" altLang="ko-KR" sz="800" b="1" dirty="0"/>
            <a:t>”</a:t>
          </a:r>
          <a:r>
            <a:rPr lang="ko-KR" altLang="en-US" sz="800" b="1" dirty="0"/>
            <a:t>로 바로 이동 가능</a:t>
          </a:r>
          <a:r>
            <a:rPr lang="en-US" altLang="ko-KR" sz="800" b="1" dirty="0"/>
            <a:t>.</a:t>
          </a:r>
          <a:br>
            <a:rPr lang="en-US" altLang="ko-KR" sz="800" b="1" dirty="0"/>
          </a:br>
          <a:r>
            <a:rPr lang="en-US" altLang="ko-KR" sz="800" b="1" dirty="0"/>
            <a:t>- </a:t>
          </a:r>
          <a:r>
            <a:rPr lang="ko-KR" altLang="en-US" sz="800" b="1" dirty="0"/>
            <a:t>위경도 기반으로 </a:t>
          </a:r>
          <a:r>
            <a:rPr lang="ko-KR" altLang="en-US" sz="800" b="1" dirty="0" err="1"/>
            <a:t>길찾기를</a:t>
          </a:r>
          <a:r>
            <a:rPr lang="ko-KR" altLang="en-US" sz="800" b="1" dirty="0"/>
            <a:t> 안내하므로</a:t>
          </a:r>
          <a:r>
            <a:rPr lang="en-US" altLang="ko-KR" sz="800" b="1" dirty="0"/>
            <a:t>, </a:t>
          </a:r>
          <a:r>
            <a:rPr lang="ko-KR" altLang="en-US" sz="800" b="1" u="sng" dirty="0">
              <a:solidFill>
                <a:srgbClr val="FF0000"/>
              </a:solidFill>
            </a:rPr>
            <a:t>정확한 위치로 이동 가능</a:t>
          </a:r>
          <a:r>
            <a:rPr lang="ko-KR" altLang="en-US" sz="800" b="1" dirty="0"/>
            <a:t>함</a:t>
          </a:r>
          <a:r>
            <a:rPr lang="en-US" altLang="ko-KR" sz="800" b="1" dirty="0"/>
            <a:t>.</a:t>
          </a:r>
          <a:endParaRPr lang="ko-KR" sz="800" b="1" dirty="0"/>
        </a:p>
      </dgm:t>
    </dgm:pt>
    <dgm:pt modelId="{CA6C7296-6987-4088-8934-5F02624F288B}" type="parTrans" cxnId="{6CF156E6-2207-43A1-AB22-1E10AE446B6F}">
      <dgm:prSet/>
      <dgm:spPr/>
      <dgm:t>
        <a:bodyPr/>
        <a:lstStyle/>
        <a:p>
          <a:pPr latinLnBrk="1"/>
          <a:endParaRPr lang="ko-KR" altLang="en-US"/>
        </a:p>
      </dgm:t>
    </dgm:pt>
    <dgm:pt modelId="{02F62D5E-C432-4EA9-9CFE-CAEB35F99A70}" type="sibTrans" cxnId="{6CF156E6-2207-43A1-AB22-1E10AE446B6F}">
      <dgm:prSet/>
      <dgm:spPr/>
      <dgm:t>
        <a:bodyPr/>
        <a:lstStyle/>
        <a:p>
          <a:pPr latinLnBrk="1"/>
          <a:endParaRPr lang="ko-KR" altLang="en-US"/>
        </a:p>
      </dgm:t>
    </dgm:pt>
    <dgm:pt modelId="{6B93A5DA-9E64-4D1E-AD09-9A95BD24702A}" type="pres">
      <dgm:prSet presAssocID="{275EF870-E479-4A4F-90FC-43B858563526}" presName="Name0" presStyleCnt="0">
        <dgm:presLayoutVars>
          <dgm:dir/>
          <dgm:animLvl val="lvl"/>
          <dgm:resizeHandles val="exact"/>
        </dgm:presLayoutVars>
      </dgm:prSet>
      <dgm:spPr/>
    </dgm:pt>
    <dgm:pt modelId="{4DD2EDA6-0460-47E9-BD73-A7CEB0C52F82}" type="pres">
      <dgm:prSet presAssocID="{0156BBE2-86CD-4601-BF03-5A9BF24CAC0A}" presName="boxAndChildren" presStyleCnt="0"/>
      <dgm:spPr/>
    </dgm:pt>
    <dgm:pt modelId="{2B8EE37B-DA6B-4B5B-ABCA-734D3A4F3892}" type="pres">
      <dgm:prSet presAssocID="{0156BBE2-86CD-4601-BF03-5A9BF24CAC0A}" presName="parentTextBox" presStyleLbl="node1" presStyleIdx="0" presStyleCnt="3"/>
      <dgm:spPr/>
    </dgm:pt>
    <dgm:pt modelId="{69655F56-29F5-483D-B769-32FA4CD57583}" type="pres">
      <dgm:prSet presAssocID="{0156BBE2-86CD-4601-BF03-5A9BF24CAC0A}" presName="entireBox" presStyleLbl="node1" presStyleIdx="0" presStyleCnt="3"/>
      <dgm:spPr/>
    </dgm:pt>
    <dgm:pt modelId="{8BA1D6D8-4ABC-4F03-AD12-F6C92963D719}" type="pres">
      <dgm:prSet presAssocID="{0156BBE2-86CD-4601-BF03-5A9BF24CAC0A}" presName="descendantBox" presStyleCnt="0"/>
      <dgm:spPr/>
    </dgm:pt>
    <dgm:pt modelId="{F95DB6A2-0821-4BBD-A83F-5E36CB096638}" type="pres">
      <dgm:prSet presAssocID="{55362098-6659-4E94-8256-172AA8495A62}" presName="childTextBox" presStyleLbl="fgAccFollowNode1" presStyleIdx="0" presStyleCnt="6">
        <dgm:presLayoutVars>
          <dgm:bulletEnabled val="1"/>
        </dgm:presLayoutVars>
      </dgm:prSet>
      <dgm:spPr/>
    </dgm:pt>
    <dgm:pt modelId="{1EB1DE8E-ADF7-405A-AFA4-54DFC4D647B1}" type="pres">
      <dgm:prSet presAssocID="{2FFB0F26-DD0F-49FF-BF63-9FEC57C8DBB7}" presName="childTextBox" presStyleLbl="fgAccFollowNode1" presStyleIdx="1" presStyleCnt="6">
        <dgm:presLayoutVars>
          <dgm:bulletEnabled val="1"/>
        </dgm:presLayoutVars>
      </dgm:prSet>
      <dgm:spPr/>
    </dgm:pt>
    <dgm:pt modelId="{44AD0EE0-E79F-43E6-8468-2B32E5B30F10}" type="pres">
      <dgm:prSet presAssocID="{52B23779-6554-4B06-8259-C49E9F331C08}" presName="sp" presStyleCnt="0"/>
      <dgm:spPr/>
    </dgm:pt>
    <dgm:pt modelId="{BA3B4691-600A-41F7-9B5E-3B6D9DB22753}" type="pres">
      <dgm:prSet presAssocID="{B4D4BE2C-118C-42A5-9D54-6313F1ACA9DD}" presName="arrowAndChildren" presStyleCnt="0"/>
      <dgm:spPr/>
    </dgm:pt>
    <dgm:pt modelId="{0D33410F-F97B-4BDE-AAA6-254E6CA240DF}" type="pres">
      <dgm:prSet presAssocID="{B4D4BE2C-118C-42A5-9D54-6313F1ACA9DD}" presName="parentTextArrow" presStyleLbl="node1" presStyleIdx="0" presStyleCnt="3"/>
      <dgm:spPr/>
    </dgm:pt>
    <dgm:pt modelId="{D333E26F-48CE-4FA4-81A4-868508F7C59B}" type="pres">
      <dgm:prSet presAssocID="{B4D4BE2C-118C-42A5-9D54-6313F1ACA9DD}" presName="arrow" presStyleLbl="node1" presStyleIdx="1" presStyleCnt="3"/>
      <dgm:spPr/>
    </dgm:pt>
    <dgm:pt modelId="{BCCC3111-93E1-44CE-98B4-ECA20D7F4074}" type="pres">
      <dgm:prSet presAssocID="{B4D4BE2C-118C-42A5-9D54-6313F1ACA9DD}" presName="descendantArrow" presStyleCnt="0"/>
      <dgm:spPr/>
    </dgm:pt>
    <dgm:pt modelId="{27D07E67-1FD8-4673-87BD-A311A9C5A2A4}" type="pres">
      <dgm:prSet presAssocID="{527B8DF2-FCE7-49B5-88BA-A7DFF6407747}" presName="childTextArrow" presStyleLbl="fgAccFollowNode1" presStyleIdx="2" presStyleCnt="6">
        <dgm:presLayoutVars>
          <dgm:bulletEnabled val="1"/>
        </dgm:presLayoutVars>
      </dgm:prSet>
      <dgm:spPr/>
    </dgm:pt>
    <dgm:pt modelId="{4F84C4B6-759C-4B13-B8D1-01B5683CD0FE}" type="pres">
      <dgm:prSet presAssocID="{D0793366-DC3D-4317-8C02-1911BA6274CC}" presName="childTextArrow" presStyleLbl="fgAccFollowNode1" presStyleIdx="3" presStyleCnt="6">
        <dgm:presLayoutVars>
          <dgm:bulletEnabled val="1"/>
        </dgm:presLayoutVars>
      </dgm:prSet>
      <dgm:spPr/>
    </dgm:pt>
    <dgm:pt modelId="{75262227-39D7-46AD-957F-553EBEA1C8EA}" type="pres">
      <dgm:prSet presAssocID="{17D29F51-656D-48C7-8B52-D8814C0CC151}" presName="sp" presStyleCnt="0"/>
      <dgm:spPr/>
    </dgm:pt>
    <dgm:pt modelId="{F2308AB6-7B5B-4F0A-8275-42A0A8AF095F}" type="pres">
      <dgm:prSet presAssocID="{873E5820-7DFE-4117-A946-8032978967E8}" presName="arrowAndChildren" presStyleCnt="0"/>
      <dgm:spPr/>
    </dgm:pt>
    <dgm:pt modelId="{C697E6FE-0AAA-4B4D-95E6-98DAC9F39E99}" type="pres">
      <dgm:prSet presAssocID="{873E5820-7DFE-4117-A946-8032978967E8}" presName="parentTextArrow" presStyleLbl="node1" presStyleIdx="1" presStyleCnt="3"/>
      <dgm:spPr/>
    </dgm:pt>
    <dgm:pt modelId="{6CE3C791-011E-4EEA-9005-AB397BDBA27D}" type="pres">
      <dgm:prSet presAssocID="{873E5820-7DFE-4117-A946-8032978967E8}" presName="arrow" presStyleLbl="node1" presStyleIdx="2" presStyleCnt="3"/>
      <dgm:spPr/>
    </dgm:pt>
    <dgm:pt modelId="{A49C0378-6D80-4232-B2F1-207011FD6AFE}" type="pres">
      <dgm:prSet presAssocID="{873E5820-7DFE-4117-A946-8032978967E8}" presName="descendantArrow" presStyleCnt="0"/>
      <dgm:spPr/>
    </dgm:pt>
    <dgm:pt modelId="{81A67D2B-D519-40F8-9E02-6AFBCA0E86B5}" type="pres">
      <dgm:prSet presAssocID="{1DA77C79-475C-425A-95A6-924BEC395310}" presName="childTextArrow" presStyleLbl="fgAccFollowNode1" presStyleIdx="4" presStyleCnt="6">
        <dgm:presLayoutVars>
          <dgm:bulletEnabled val="1"/>
        </dgm:presLayoutVars>
      </dgm:prSet>
      <dgm:spPr/>
    </dgm:pt>
    <dgm:pt modelId="{470F272D-25B2-4411-8587-EC0581627B42}" type="pres">
      <dgm:prSet presAssocID="{5DFD5483-1F0F-4867-AE7A-1A97EA49AD83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FD246E09-BB01-4909-83D5-644B431324CA}" type="presOf" srcId="{0156BBE2-86CD-4601-BF03-5A9BF24CAC0A}" destId="{69655F56-29F5-483D-B769-32FA4CD57583}" srcOrd="1" destOrd="0" presId="urn:microsoft.com/office/officeart/2005/8/layout/process4"/>
    <dgm:cxn modelId="{E7C5FE0E-A334-4C9B-81E8-12B6D144D135}" srcId="{0156BBE2-86CD-4601-BF03-5A9BF24CAC0A}" destId="{55362098-6659-4E94-8256-172AA8495A62}" srcOrd="0" destOrd="0" parTransId="{9FB94A4E-8D9F-4B55-8507-61209873904F}" sibTransId="{03E8AB1A-36FA-4C09-8A8E-4CD7F8B7A19F}"/>
    <dgm:cxn modelId="{FEACE11C-13E8-4A33-A810-2C4DCA5AD43B}" type="presOf" srcId="{2FFB0F26-DD0F-49FF-BF63-9FEC57C8DBB7}" destId="{1EB1DE8E-ADF7-405A-AFA4-54DFC4D647B1}" srcOrd="0" destOrd="0" presId="urn:microsoft.com/office/officeart/2005/8/layout/process4"/>
    <dgm:cxn modelId="{F1C2CF24-DE46-4AC2-882E-259EFA16CCC0}" srcId="{873E5820-7DFE-4117-A946-8032978967E8}" destId="{5DFD5483-1F0F-4867-AE7A-1A97EA49AD83}" srcOrd="1" destOrd="0" parTransId="{7FFACB6D-07F7-425A-89C3-28684B980BAF}" sibTransId="{3B0640DA-5937-46AE-BB07-0F33233F68A8}"/>
    <dgm:cxn modelId="{99473626-F624-4457-9979-20327B008A64}" type="presOf" srcId="{873E5820-7DFE-4117-A946-8032978967E8}" destId="{6CE3C791-011E-4EEA-9005-AB397BDBA27D}" srcOrd="1" destOrd="0" presId="urn:microsoft.com/office/officeart/2005/8/layout/process4"/>
    <dgm:cxn modelId="{73B2D466-0801-4FA5-943E-2B19DF6E4E32}" type="presOf" srcId="{0156BBE2-86CD-4601-BF03-5A9BF24CAC0A}" destId="{2B8EE37B-DA6B-4B5B-ABCA-734D3A4F3892}" srcOrd="0" destOrd="0" presId="urn:microsoft.com/office/officeart/2005/8/layout/process4"/>
    <dgm:cxn modelId="{333A9F69-06AF-4919-A64A-5D51583CB638}" type="presOf" srcId="{5DFD5483-1F0F-4867-AE7A-1A97EA49AD83}" destId="{470F272D-25B2-4411-8587-EC0581627B42}" srcOrd="0" destOrd="0" presId="urn:microsoft.com/office/officeart/2005/8/layout/process4"/>
    <dgm:cxn modelId="{72492F6B-3FC2-444A-8DCB-AFD7F6CAE8A0}" type="presOf" srcId="{1DA77C79-475C-425A-95A6-924BEC395310}" destId="{81A67D2B-D519-40F8-9E02-6AFBCA0E86B5}" srcOrd="0" destOrd="0" presId="urn:microsoft.com/office/officeart/2005/8/layout/process4"/>
    <dgm:cxn modelId="{370FCA4F-D770-4B7A-B3EC-DC145BB445E6}" srcId="{275EF870-E479-4A4F-90FC-43B858563526}" destId="{B4D4BE2C-118C-42A5-9D54-6313F1ACA9DD}" srcOrd="1" destOrd="0" parTransId="{D8F35BE6-6275-4D39-9355-27FBB1FFED07}" sibTransId="{52B23779-6554-4B06-8259-C49E9F331C08}"/>
    <dgm:cxn modelId="{BFA3AE89-3D6D-42B6-9BDF-DC08E537708E}" srcId="{B4D4BE2C-118C-42A5-9D54-6313F1ACA9DD}" destId="{D0793366-DC3D-4317-8C02-1911BA6274CC}" srcOrd="1" destOrd="0" parTransId="{5B7A48F2-ECCE-4619-B7E0-B2681D64FF84}" sibTransId="{3CEB3D40-ADAE-4F60-AA8A-0F402E094A0C}"/>
    <dgm:cxn modelId="{DE4A838E-4FA1-4A01-BC88-D1DDEFEEC1BE}" type="presOf" srcId="{527B8DF2-FCE7-49B5-88BA-A7DFF6407747}" destId="{27D07E67-1FD8-4673-87BD-A311A9C5A2A4}" srcOrd="0" destOrd="0" presId="urn:microsoft.com/office/officeart/2005/8/layout/process4"/>
    <dgm:cxn modelId="{F6E9AC94-DE47-4DA7-90A5-00F218AC2CBD}" type="presOf" srcId="{B4D4BE2C-118C-42A5-9D54-6313F1ACA9DD}" destId="{D333E26F-48CE-4FA4-81A4-868508F7C59B}" srcOrd="1" destOrd="0" presId="urn:microsoft.com/office/officeart/2005/8/layout/process4"/>
    <dgm:cxn modelId="{5ED4B19B-1F2A-4BD7-9AE1-1AD63CD99F31}" type="presOf" srcId="{B4D4BE2C-118C-42A5-9D54-6313F1ACA9DD}" destId="{0D33410F-F97B-4BDE-AAA6-254E6CA240DF}" srcOrd="0" destOrd="0" presId="urn:microsoft.com/office/officeart/2005/8/layout/process4"/>
    <dgm:cxn modelId="{25655B9D-9772-41AC-83B4-07FC894A859B}" srcId="{275EF870-E479-4A4F-90FC-43B858563526}" destId="{873E5820-7DFE-4117-A946-8032978967E8}" srcOrd="0" destOrd="0" parTransId="{72922700-86B0-4AC7-A108-56551B7EFADE}" sibTransId="{17D29F51-656D-48C7-8B52-D8814C0CC151}"/>
    <dgm:cxn modelId="{CC3DEFBA-B21C-4DB5-9FF9-7F33DEE8F48D}" type="presOf" srcId="{D0793366-DC3D-4317-8C02-1911BA6274CC}" destId="{4F84C4B6-759C-4B13-B8D1-01B5683CD0FE}" srcOrd="0" destOrd="0" presId="urn:microsoft.com/office/officeart/2005/8/layout/process4"/>
    <dgm:cxn modelId="{9B8002C8-9572-443E-B6AD-6F1A5F8A3810}" type="presOf" srcId="{873E5820-7DFE-4117-A946-8032978967E8}" destId="{C697E6FE-0AAA-4B4D-95E6-98DAC9F39E99}" srcOrd="0" destOrd="0" presId="urn:microsoft.com/office/officeart/2005/8/layout/process4"/>
    <dgm:cxn modelId="{980E73D9-4C79-40C4-B2DE-4FC550DCF0F6}" srcId="{B4D4BE2C-118C-42A5-9D54-6313F1ACA9DD}" destId="{527B8DF2-FCE7-49B5-88BA-A7DFF6407747}" srcOrd="0" destOrd="0" parTransId="{7AD51395-3915-4797-A9DA-993003FAFF7E}" sibTransId="{DE025F9B-3DE6-4527-ACE4-356525F8F46E}"/>
    <dgm:cxn modelId="{EC0A87DC-5B6E-43BD-966B-F9B49EEBC3D0}" srcId="{873E5820-7DFE-4117-A946-8032978967E8}" destId="{1DA77C79-475C-425A-95A6-924BEC395310}" srcOrd="0" destOrd="0" parTransId="{5C851816-3887-4C9E-B202-E20B4DF6262C}" sibTransId="{EA546922-585F-4E86-B3CE-A70B1646861E}"/>
    <dgm:cxn modelId="{6CF156E6-2207-43A1-AB22-1E10AE446B6F}" srcId="{0156BBE2-86CD-4601-BF03-5A9BF24CAC0A}" destId="{2FFB0F26-DD0F-49FF-BF63-9FEC57C8DBB7}" srcOrd="1" destOrd="0" parTransId="{CA6C7296-6987-4088-8934-5F02624F288B}" sibTransId="{02F62D5E-C432-4EA9-9CFE-CAEB35F99A70}"/>
    <dgm:cxn modelId="{97B0B2E9-AFB1-4855-9EC1-05682A35C952}" srcId="{275EF870-E479-4A4F-90FC-43B858563526}" destId="{0156BBE2-86CD-4601-BF03-5A9BF24CAC0A}" srcOrd="2" destOrd="0" parTransId="{64A92966-EE6E-4964-B0C0-F56AC7F40EE4}" sibTransId="{C31D6059-D5CD-44C1-B2AA-AC358B10560B}"/>
    <dgm:cxn modelId="{1CCCDCF7-52DD-4AF9-B1F2-A61686AA78F0}" type="presOf" srcId="{275EF870-E479-4A4F-90FC-43B858563526}" destId="{6B93A5DA-9E64-4D1E-AD09-9A95BD24702A}" srcOrd="0" destOrd="0" presId="urn:microsoft.com/office/officeart/2005/8/layout/process4"/>
    <dgm:cxn modelId="{7220EAF8-29FE-490C-B6FA-C19005791BBE}" type="presOf" srcId="{55362098-6659-4E94-8256-172AA8495A62}" destId="{F95DB6A2-0821-4BBD-A83F-5E36CB096638}" srcOrd="0" destOrd="0" presId="urn:microsoft.com/office/officeart/2005/8/layout/process4"/>
    <dgm:cxn modelId="{213C26AA-FC29-49EC-994D-A56AACB60E64}" type="presParOf" srcId="{6B93A5DA-9E64-4D1E-AD09-9A95BD24702A}" destId="{4DD2EDA6-0460-47E9-BD73-A7CEB0C52F82}" srcOrd="0" destOrd="0" presId="urn:microsoft.com/office/officeart/2005/8/layout/process4"/>
    <dgm:cxn modelId="{1CA15815-EF91-4308-B185-1F0F2A441887}" type="presParOf" srcId="{4DD2EDA6-0460-47E9-BD73-A7CEB0C52F82}" destId="{2B8EE37B-DA6B-4B5B-ABCA-734D3A4F3892}" srcOrd="0" destOrd="0" presId="urn:microsoft.com/office/officeart/2005/8/layout/process4"/>
    <dgm:cxn modelId="{B4DB77E3-A712-4C1D-840C-4E9BA69B2744}" type="presParOf" srcId="{4DD2EDA6-0460-47E9-BD73-A7CEB0C52F82}" destId="{69655F56-29F5-483D-B769-32FA4CD57583}" srcOrd="1" destOrd="0" presId="urn:microsoft.com/office/officeart/2005/8/layout/process4"/>
    <dgm:cxn modelId="{423647B4-7057-4ADB-A5A4-E799710E9F3F}" type="presParOf" srcId="{4DD2EDA6-0460-47E9-BD73-A7CEB0C52F82}" destId="{8BA1D6D8-4ABC-4F03-AD12-F6C92963D719}" srcOrd="2" destOrd="0" presId="urn:microsoft.com/office/officeart/2005/8/layout/process4"/>
    <dgm:cxn modelId="{6C7F8E34-5058-4FBE-A927-D3821EEECC88}" type="presParOf" srcId="{8BA1D6D8-4ABC-4F03-AD12-F6C92963D719}" destId="{F95DB6A2-0821-4BBD-A83F-5E36CB096638}" srcOrd="0" destOrd="0" presId="urn:microsoft.com/office/officeart/2005/8/layout/process4"/>
    <dgm:cxn modelId="{49FC544C-4623-4E05-B88D-662F2A7FD873}" type="presParOf" srcId="{8BA1D6D8-4ABC-4F03-AD12-F6C92963D719}" destId="{1EB1DE8E-ADF7-405A-AFA4-54DFC4D647B1}" srcOrd="1" destOrd="0" presId="urn:microsoft.com/office/officeart/2005/8/layout/process4"/>
    <dgm:cxn modelId="{3060B7EE-F25F-40C5-B21D-CB6026E0782E}" type="presParOf" srcId="{6B93A5DA-9E64-4D1E-AD09-9A95BD24702A}" destId="{44AD0EE0-E79F-43E6-8468-2B32E5B30F10}" srcOrd="1" destOrd="0" presId="urn:microsoft.com/office/officeart/2005/8/layout/process4"/>
    <dgm:cxn modelId="{C5B63BB9-2394-4D47-9168-446F730EF858}" type="presParOf" srcId="{6B93A5DA-9E64-4D1E-AD09-9A95BD24702A}" destId="{BA3B4691-600A-41F7-9B5E-3B6D9DB22753}" srcOrd="2" destOrd="0" presId="urn:microsoft.com/office/officeart/2005/8/layout/process4"/>
    <dgm:cxn modelId="{EBBBBBE1-273C-4853-8461-57005FD9EB52}" type="presParOf" srcId="{BA3B4691-600A-41F7-9B5E-3B6D9DB22753}" destId="{0D33410F-F97B-4BDE-AAA6-254E6CA240DF}" srcOrd="0" destOrd="0" presId="urn:microsoft.com/office/officeart/2005/8/layout/process4"/>
    <dgm:cxn modelId="{22D1FB8A-E709-42C7-A1B3-CC651A5429FC}" type="presParOf" srcId="{BA3B4691-600A-41F7-9B5E-3B6D9DB22753}" destId="{D333E26F-48CE-4FA4-81A4-868508F7C59B}" srcOrd="1" destOrd="0" presId="urn:microsoft.com/office/officeart/2005/8/layout/process4"/>
    <dgm:cxn modelId="{18907B2A-DC19-45CD-9BF7-B7D6CACCEF27}" type="presParOf" srcId="{BA3B4691-600A-41F7-9B5E-3B6D9DB22753}" destId="{BCCC3111-93E1-44CE-98B4-ECA20D7F4074}" srcOrd="2" destOrd="0" presId="urn:microsoft.com/office/officeart/2005/8/layout/process4"/>
    <dgm:cxn modelId="{26D7CEFC-58C8-48E0-A4F6-C6A99F22B988}" type="presParOf" srcId="{BCCC3111-93E1-44CE-98B4-ECA20D7F4074}" destId="{27D07E67-1FD8-4673-87BD-A311A9C5A2A4}" srcOrd="0" destOrd="0" presId="urn:microsoft.com/office/officeart/2005/8/layout/process4"/>
    <dgm:cxn modelId="{39089D19-1B5F-4E0C-9548-347E63E28B86}" type="presParOf" srcId="{BCCC3111-93E1-44CE-98B4-ECA20D7F4074}" destId="{4F84C4B6-759C-4B13-B8D1-01B5683CD0FE}" srcOrd="1" destOrd="0" presId="urn:microsoft.com/office/officeart/2005/8/layout/process4"/>
    <dgm:cxn modelId="{903A6104-B662-401F-9CA9-E7A6E33B6EAB}" type="presParOf" srcId="{6B93A5DA-9E64-4D1E-AD09-9A95BD24702A}" destId="{75262227-39D7-46AD-957F-553EBEA1C8EA}" srcOrd="3" destOrd="0" presId="urn:microsoft.com/office/officeart/2005/8/layout/process4"/>
    <dgm:cxn modelId="{D293A7C8-8D79-445A-B027-C7B3C119F622}" type="presParOf" srcId="{6B93A5DA-9E64-4D1E-AD09-9A95BD24702A}" destId="{F2308AB6-7B5B-4F0A-8275-42A0A8AF095F}" srcOrd="4" destOrd="0" presId="urn:microsoft.com/office/officeart/2005/8/layout/process4"/>
    <dgm:cxn modelId="{16F0C15B-B3DB-476B-8CD6-7793D57AAA2B}" type="presParOf" srcId="{F2308AB6-7B5B-4F0A-8275-42A0A8AF095F}" destId="{C697E6FE-0AAA-4B4D-95E6-98DAC9F39E99}" srcOrd="0" destOrd="0" presId="urn:microsoft.com/office/officeart/2005/8/layout/process4"/>
    <dgm:cxn modelId="{7FA75A84-BCE8-4794-8A3D-207A1CDDF9D8}" type="presParOf" srcId="{F2308AB6-7B5B-4F0A-8275-42A0A8AF095F}" destId="{6CE3C791-011E-4EEA-9005-AB397BDBA27D}" srcOrd="1" destOrd="0" presId="urn:microsoft.com/office/officeart/2005/8/layout/process4"/>
    <dgm:cxn modelId="{0F167FB1-A3BC-46C7-A944-AC859C933CA1}" type="presParOf" srcId="{F2308AB6-7B5B-4F0A-8275-42A0A8AF095F}" destId="{A49C0378-6D80-4232-B2F1-207011FD6AFE}" srcOrd="2" destOrd="0" presId="urn:microsoft.com/office/officeart/2005/8/layout/process4"/>
    <dgm:cxn modelId="{A179CEE8-41F9-4058-AC72-CCD5872A5CA3}" type="presParOf" srcId="{A49C0378-6D80-4232-B2F1-207011FD6AFE}" destId="{81A67D2B-D519-40F8-9E02-6AFBCA0E86B5}" srcOrd="0" destOrd="0" presId="urn:microsoft.com/office/officeart/2005/8/layout/process4"/>
    <dgm:cxn modelId="{F1193AFC-0EBA-47E7-AFFA-EED080957C64}" type="presParOf" srcId="{A49C0378-6D80-4232-B2F1-207011FD6AFE}" destId="{470F272D-25B2-4411-8587-EC0581627B42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10DF2F-C037-4E12-B91B-0096417DCEDB}" type="doc">
      <dgm:prSet loTypeId="urn:microsoft.com/office/officeart/2008/layout/VerticalCurvedList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CFC70BAF-01A5-48F2-BDF8-A2DEA3B6AFF3}">
      <dgm:prSet custT="1"/>
      <dgm:spPr/>
      <dgm:t>
        <a:bodyPr/>
        <a:lstStyle/>
        <a:p>
          <a:pPr rtl="0" latinLnBrk="1"/>
          <a:r>
            <a:rPr lang="en-US" sz="1400" b="1" dirty="0"/>
            <a:t>1. Top </a:t>
          </a:r>
          <a:r>
            <a:rPr lang="ko-KR" sz="1400" b="1" dirty="0"/>
            <a:t>영역</a:t>
          </a:r>
        </a:p>
      </dgm:t>
    </dgm:pt>
    <dgm:pt modelId="{37D0BEDD-4567-491E-97F4-8C858C3C5F01}" type="parTrans" cxnId="{9BD9C016-3344-4043-86AA-770C0F67E4BA}">
      <dgm:prSet/>
      <dgm:spPr/>
      <dgm:t>
        <a:bodyPr/>
        <a:lstStyle/>
        <a:p>
          <a:pPr latinLnBrk="1"/>
          <a:endParaRPr lang="ko-KR" altLang="en-US"/>
        </a:p>
      </dgm:t>
    </dgm:pt>
    <dgm:pt modelId="{7477AF6E-17D3-46FE-957E-C72ADADE912D}" type="sibTrans" cxnId="{9BD9C016-3344-4043-86AA-770C0F67E4BA}">
      <dgm:prSet/>
      <dgm:spPr/>
      <dgm:t>
        <a:bodyPr/>
        <a:lstStyle/>
        <a:p>
          <a:pPr latinLnBrk="1"/>
          <a:endParaRPr lang="ko-KR" altLang="en-US"/>
        </a:p>
      </dgm:t>
    </dgm:pt>
    <dgm:pt modelId="{E1E06B8D-439B-4A0E-BDDB-8C2C572E2B0A}">
      <dgm:prSet custT="1"/>
      <dgm:spPr/>
      <dgm:t>
        <a:bodyPr/>
        <a:lstStyle/>
        <a:p>
          <a:pPr rtl="0" latinLnBrk="1"/>
          <a:r>
            <a:rPr lang="ko-KR" altLang="en-US" sz="1100" dirty="0"/>
            <a:t>현재 시간</a:t>
          </a:r>
        </a:p>
      </dgm:t>
    </dgm:pt>
    <dgm:pt modelId="{8E962875-F33B-46FB-B7FC-5B6E8BB82D64}" type="parTrans" cxnId="{571B33A3-6176-46C6-BAEC-7EDE34EFB5FD}">
      <dgm:prSet/>
      <dgm:spPr/>
      <dgm:t>
        <a:bodyPr/>
        <a:lstStyle/>
        <a:p>
          <a:pPr latinLnBrk="1"/>
          <a:endParaRPr lang="ko-KR" altLang="en-US"/>
        </a:p>
      </dgm:t>
    </dgm:pt>
    <dgm:pt modelId="{51AF2F9C-AB74-45AC-AD69-1CF7F82B4FAA}" type="sibTrans" cxnId="{571B33A3-6176-46C6-BAEC-7EDE34EFB5FD}">
      <dgm:prSet/>
      <dgm:spPr/>
      <dgm:t>
        <a:bodyPr/>
        <a:lstStyle/>
        <a:p>
          <a:pPr latinLnBrk="1"/>
          <a:endParaRPr lang="ko-KR" altLang="en-US"/>
        </a:p>
      </dgm:t>
    </dgm:pt>
    <dgm:pt modelId="{76A79198-65FA-4799-873F-F955F44CB770}">
      <dgm:prSet custT="1"/>
      <dgm:spPr/>
      <dgm:t>
        <a:bodyPr/>
        <a:lstStyle/>
        <a:p>
          <a:pPr rtl="0" latinLnBrk="1"/>
          <a:r>
            <a:rPr lang="en-US" sz="1400" b="1" dirty="0"/>
            <a:t>2. Header </a:t>
          </a:r>
          <a:r>
            <a:rPr lang="ko-KR" sz="1400" b="1" dirty="0"/>
            <a:t>영역</a:t>
          </a:r>
        </a:p>
      </dgm:t>
    </dgm:pt>
    <dgm:pt modelId="{B4140457-5DF5-4F81-8C7C-5BE789F6E269}" type="parTrans" cxnId="{DA3A12CB-BCBD-4EB4-935D-EBB81741A10F}">
      <dgm:prSet/>
      <dgm:spPr/>
      <dgm:t>
        <a:bodyPr/>
        <a:lstStyle/>
        <a:p>
          <a:pPr latinLnBrk="1"/>
          <a:endParaRPr lang="ko-KR" altLang="en-US"/>
        </a:p>
      </dgm:t>
    </dgm:pt>
    <dgm:pt modelId="{509D4A54-9364-4F18-A76B-8DBB4B11FFCD}" type="sibTrans" cxnId="{DA3A12CB-BCBD-4EB4-935D-EBB81741A10F}">
      <dgm:prSet/>
      <dgm:spPr/>
      <dgm:t>
        <a:bodyPr/>
        <a:lstStyle/>
        <a:p>
          <a:pPr latinLnBrk="1"/>
          <a:endParaRPr lang="ko-KR" altLang="en-US"/>
        </a:p>
      </dgm:t>
    </dgm:pt>
    <dgm:pt modelId="{5D179703-26C6-4953-9003-4318769AE85A}">
      <dgm:prSet custT="1"/>
      <dgm:spPr/>
      <dgm:t>
        <a:bodyPr/>
        <a:lstStyle/>
        <a:p>
          <a:pPr rtl="0" latinLnBrk="1"/>
          <a:r>
            <a:rPr lang="ko-KR" altLang="en-US" sz="1100" dirty="0"/>
            <a:t>메뉴 및 테마 </a:t>
          </a:r>
          <a:r>
            <a:rPr lang="en-US" altLang="ko-KR" sz="1100" dirty="0"/>
            <a:t>/ </a:t>
          </a:r>
          <a:r>
            <a:rPr lang="ko-KR" altLang="en-US" sz="1100" dirty="0"/>
            <a:t>로그인계정</a:t>
          </a:r>
        </a:p>
      </dgm:t>
    </dgm:pt>
    <dgm:pt modelId="{00BF9B4E-734F-4BC0-86B8-85FB303296BD}" type="parTrans" cxnId="{225D3B1E-5ACA-4878-B674-98BBA30D754D}">
      <dgm:prSet/>
      <dgm:spPr/>
      <dgm:t>
        <a:bodyPr/>
        <a:lstStyle/>
        <a:p>
          <a:pPr latinLnBrk="1"/>
          <a:endParaRPr lang="ko-KR" altLang="en-US"/>
        </a:p>
      </dgm:t>
    </dgm:pt>
    <dgm:pt modelId="{C327A9EF-FB26-43B1-BD16-3126AF2ACA4F}" type="sibTrans" cxnId="{225D3B1E-5ACA-4878-B674-98BBA30D754D}">
      <dgm:prSet/>
      <dgm:spPr/>
      <dgm:t>
        <a:bodyPr/>
        <a:lstStyle/>
        <a:p>
          <a:pPr latinLnBrk="1"/>
          <a:endParaRPr lang="ko-KR" altLang="en-US"/>
        </a:p>
      </dgm:t>
    </dgm:pt>
    <dgm:pt modelId="{CDA15D31-C662-4E36-A56D-DBFDF6D48376}">
      <dgm:prSet custT="1"/>
      <dgm:spPr/>
      <dgm:t>
        <a:bodyPr/>
        <a:lstStyle/>
        <a:p>
          <a:pPr rtl="0" latinLnBrk="1"/>
          <a:r>
            <a:rPr lang="en-US" sz="1400" b="1" dirty="0"/>
            <a:t>3. Page </a:t>
          </a:r>
          <a:r>
            <a:rPr lang="ko-KR" sz="1400" b="1" dirty="0"/>
            <a:t>영역</a:t>
          </a:r>
        </a:p>
      </dgm:t>
    </dgm:pt>
    <dgm:pt modelId="{8814A315-FCC8-4228-8C48-5D81EE4E7689}" type="parTrans" cxnId="{04FA2497-0DE7-4AFE-8901-E2926EC4F08A}">
      <dgm:prSet/>
      <dgm:spPr/>
      <dgm:t>
        <a:bodyPr/>
        <a:lstStyle/>
        <a:p>
          <a:pPr latinLnBrk="1"/>
          <a:endParaRPr lang="ko-KR" altLang="en-US"/>
        </a:p>
      </dgm:t>
    </dgm:pt>
    <dgm:pt modelId="{36296DF5-2C0C-49A7-9259-564F61A60960}" type="sibTrans" cxnId="{04FA2497-0DE7-4AFE-8901-E2926EC4F08A}">
      <dgm:prSet/>
      <dgm:spPr/>
      <dgm:t>
        <a:bodyPr/>
        <a:lstStyle/>
        <a:p>
          <a:pPr latinLnBrk="1"/>
          <a:endParaRPr lang="ko-KR" altLang="en-US"/>
        </a:p>
      </dgm:t>
    </dgm:pt>
    <dgm:pt modelId="{DC7CE7E7-A268-4682-B34A-B2865E7931EF}">
      <dgm:prSet custT="1"/>
      <dgm:spPr/>
      <dgm:t>
        <a:bodyPr/>
        <a:lstStyle/>
        <a:p>
          <a:pPr rtl="0" latinLnBrk="1"/>
          <a:r>
            <a:rPr lang="ko-KR" altLang="en-US" sz="1100" dirty="0"/>
            <a:t>메뉴 별 페이지</a:t>
          </a:r>
        </a:p>
      </dgm:t>
    </dgm:pt>
    <dgm:pt modelId="{E2A7B3D9-8B0C-493D-A828-D948F970979B}" type="parTrans" cxnId="{6532BF24-E0B1-4F6B-A223-C2D1C0F094E6}">
      <dgm:prSet/>
      <dgm:spPr/>
      <dgm:t>
        <a:bodyPr/>
        <a:lstStyle/>
        <a:p>
          <a:pPr latinLnBrk="1"/>
          <a:endParaRPr lang="ko-KR" altLang="en-US"/>
        </a:p>
      </dgm:t>
    </dgm:pt>
    <dgm:pt modelId="{D38CB3CB-B1B3-410D-ABE0-8DA9AAEC87DF}" type="sibTrans" cxnId="{6532BF24-E0B1-4F6B-A223-C2D1C0F094E6}">
      <dgm:prSet/>
      <dgm:spPr/>
      <dgm:t>
        <a:bodyPr/>
        <a:lstStyle/>
        <a:p>
          <a:pPr latinLnBrk="1"/>
          <a:endParaRPr lang="ko-KR" altLang="en-US"/>
        </a:p>
      </dgm:t>
    </dgm:pt>
    <dgm:pt modelId="{5D9CAEB2-4889-4BEE-BE80-24D702B677E7}">
      <dgm:prSet custT="1"/>
      <dgm:spPr/>
      <dgm:t>
        <a:bodyPr/>
        <a:lstStyle/>
        <a:p>
          <a:pPr rtl="0" latinLnBrk="1"/>
          <a:r>
            <a:rPr lang="en-US" sz="1400" b="1" dirty="0"/>
            <a:t>4. Bottom </a:t>
          </a:r>
          <a:r>
            <a:rPr lang="ko-KR" sz="1400" b="1" dirty="0"/>
            <a:t>영역</a:t>
          </a:r>
        </a:p>
      </dgm:t>
    </dgm:pt>
    <dgm:pt modelId="{7CD9ED9B-3CEF-432B-8BF4-0705AC517C99}" type="parTrans" cxnId="{FEB8D64A-0E30-4AA6-9239-63FEC23ADE33}">
      <dgm:prSet/>
      <dgm:spPr/>
      <dgm:t>
        <a:bodyPr/>
        <a:lstStyle/>
        <a:p>
          <a:pPr latinLnBrk="1"/>
          <a:endParaRPr lang="ko-KR" altLang="en-US"/>
        </a:p>
      </dgm:t>
    </dgm:pt>
    <dgm:pt modelId="{57CD0636-47B2-4829-BAEF-835E901F287E}" type="sibTrans" cxnId="{FEB8D64A-0E30-4AA6-9239-63FEC23ADE33}">
      <dgm:prSet/>
      <dgm:spPr/>
      <dgm:t>
        <a:bodyPr/>
        <a:lstStyle/>
        <a:p>
          <a:pPr latinLnBrk="1"/>
          <a:endParaRPr lang="ko-KR" altLang="en-US"/>
        </a:p>
      </dgm:t>
    </dgm:pt>
    <dgm:pt modelId="{093C2009-E5FB-4212-81BA-AA42F8503AEF}">
      <dgm:prSet custT="1"/>
      <dgm:spPr/>
      <dgm:t>
        <a:bodyPr/>
        <a:lstStyle/>
        <a:p>
          <a:pPr rtl="0" latinLnBrk="1"/>
          <a:r>
            <a:rPr lang="ko-KR" altLang="en-US" sz="1100" dirty="0"/>
            <a:t>메뉴 </a:t>
          </a:r>
          <a:r>
            <a:rPr lang="en-US" altLang="ko-KR" sz="1100" dirty="0"/>
            <a:t>/ </a:t>
          </a:r>
          <a:r>
            <a:rPr lang="ko-KR" altLang="en-US" sz="1100" dirty="0"/>
            <a:t>로그인 버튼</a:t>
          </a:r>
        </a:p>
      </dgm:t>
    </dgm:pt>
    <dgm:pt modelId="{46D802D9-06C4-4A0F-AEE2-C6ACF194DB2B}" type="parTrans" cxnId="{07ACD6AB-BB66-48A4-B5BB-F36F2486B103}">
      <dgm:prSet/>
      <dgm:spPr/>
      <dgm:t>
        <a:bodyPr/>
        <a:lstStyle/>
        <a:p>
          <a:pPr latinLnBrk="1"/>
          <a:endParaRPr lang="ko-KR" altLang="en-US"/>
        </a:p>
      </dgm:t>
    </dgm:pt>
    <dgm:pt modelId="{F34B3998-0702-4C95-A699-C157CDFA0109}" type="sibTrans" cxnId="{07ACD6AB-BB66-48A4-B5BB-F36F2486B103}">
      <dgm:prSet/>
      <dgm:spPr/>
      <dgm:t>
        <a:bodyPr/>
        <a:lstStyle/>
        <a:p>
          <a:pPr latinLnBrk="1"/>
          <a:endParaRPr lang="ko-KR" altLang="en-US"/>
        </a:p>
      </dgm:t>
    </dgm:pt>
    <dgm:pt modelId="{9B7E6C8D-B3DF-43E3-86E5-BAB0946F4535}" type="pres">
      <dgm:prSet presAssocID="{B310DF2F-C037-4E12-B91B-0096417DCEDB}" presName="Name0" presStyleCnt="0">
        <dgm:presLayoutVars>
          <dgm:chMax val="7"/>
          <dgm:chPref val="7"/>
          <dgm:dir/>
        </dgm:presLayoutVars>
      </dgm:prSet>
      <dgm:spPr/>
    </dgm:pt>
    <dgm:pt modelId="{CC3822B9-3500-4DF2-8847-E7DCFA707727}" type="pres">
      <dgm:prSet presAssocID="{B310DF2F-C037-4E12-B91B-0096417DCEDB}" presName="Name1" presStyleCnt="0"/>
      <dgm:spPr/>
    </dgm:pt>
    <dgm:pt modelId="{4FF838ED-3517-4BE5-8BA3-E1C31E7FEB44}" type="pres">
      <dgm:prSet presAssocID="{B310DF2F-C037-4E12-B91B-0096417DCEDB}" presName="cycle" presStyleCnt="0"/>
      <dgm:spPr/>
    </dgm:pt>
    <dgm:pt modelId="{3F741EF6-4C21-4139-A868-15AF6A7F5679}" type="pres">
      <dgm:prSet presAssocID="{B310DF2F-C037-4E12-B91B-0096417DCEDB}" presName="srcNode" presStyleLbl="node1" presStyleIdx="0" presStyleCnt="4"/>
      <dgm:spPr/>
    </dgm:pt>
    <dgm:pt modelId="{FB09156D-271E-443B-8204-7B3AF3F05C00}" type="pres">
      <dgm:prSet presAssocID="{B310DF2F-C037-4E12-B91B-0096417DCEDB}" presName="conn" presStyleLbl="parChTrans1D2" presStyleIdx="0" presStyleCnt="1"/>
      <dgm:spPr/>
    </dgm:pt>
    <dgm:pt modelId="{810BBB04-730C-4312-8E73-44C966B9AB41}" type="pres">
      <dgm:prSet presAssocID="{B310DF2F-C037-4E12-B91B-0096417DCEDB}" presName="extraNode" presStyleLbl="node1" presStyleIdx="0" presStyleCnt="4"/>
      <dgm:spPr/>
    </dgm:pt>
    <dgm:pt modelId="{970BD839-6233-49BF-887D-F967C9DF89E1}" type="pres">
      <dgm:prSet presAssocID="{B310DF2F-C037-4E12-B91B-0096417DCEDB}" presName="dstNode" presStyleLbl="node1" presStyleIdx="0" presStyleCnt="4"/>
      <dgm:spPr/>
    </dgm:pt>
    <dgm:pt modelId="{9407B299-3CEE-4592-BF69-5D6DA54D61AD}" type="pres">
      <dgm:prSet presAssocID="{CFC70BAF-01A5-48F2-BDF8-A2DEA3B6AFF3}" presName="text_1" presStyleLbl="node1" presStyleIdx="0" presStyleCnt="4">
        <dgm:presLayoutVars>
          <dgm:bulletEnabled val="1"/>
        </dgm:presLayoutVars>
      </dgm:prSet>
      <dgm:spPr/>
    </dgm:pt>
    <dgm:pt modelId="{020A026A-F526-4DA3-B805-2E2B1CD4554F}" type="pres">
      <dgm:prSet presAssocID="{CFC70BAF-01A5-48F2-BDF8-A2DEA3B6AFF3}" presName="accent_1" presStyleCnt="0"/>
      <dgm:spPr/>
    </dgm:pt>
    <dgm:pt modelId="{56DD6BD3-D1D9-492C-8B96-748DA366B080}" type="pres">
      <dgm:prSet presAssocID="{CFC70BAF-01A5-48F2-BDF8-A2DEA3B6AFF3}" presName="accentRepeatNode" presStyleLbl="solidFgAcc1" presStyleIdx="0" presStyleCnt="4"/>
      <dgm:spPr/>
    </dgm:pt>
    <dgm:pt modelId="{AC0EFF9E-7B91-4503-B672-5CBBD2BA5230}" type="pres">
      <dgm:prSet presAssocID="{76A79198-65FA-4799-873F-F955F44CB770}" presName="text_2" presStyleLbl="node1" presStyleIdx="1" presStyleCnt="4">
        <dgm:presLayoutVars>
          <dgm:bulletEnabled val="1"/>
        </dgm:presLayoutVars>
      </dgm:prSet>
      <dgm:spPr/>
    </dgm:pt>
    <dgm:pt modelId="{583A43CB-6F17-4478-BE14-DEF3131D3D4C}" type="pres">
      <dgm:prSet presAssocID="{76A79198-65FA-4799-873F-F955F44CB770}" presName="accent_2" presStyleCnt="0"/>
      <dgm:spPr/>
    </dgm:pt>
    <dgm:pt modelId="{E07A9915-24DC-4283-8FE7-8B51C505B23F}" type="pres">
      <dgm:prSet presAssocID="{76A79198-65FA-4799-873F-F955F44CB770}" presName="accentRepeatNode" presStyleLbl="solidFgAcc1" presStyleIdx="1" presStyleCnt="4"/>
      <dgm:spPr/>
    </dgm:pt>
    <dgm:pt modelId="{CE32C144-313E-46DC-81EC-F2E448231C83}" type="pres">
      <dgm:prSet presAssocID="{CDA15D31-C662-4E36-A56D-DBFDF6D48376}" presName="text_3" presStyleLbl="node1" presStyleIdx="2" presStyleCnt="4">
        <dgm:presLayoutVars>
          <dgm:bulletEnabled val="1"/>
        </dgm:presLayoutVars>
      </dgm:prSet>
      <dgm:spPr/>
    </dgm:pt>
    <dgm:pt modelId="{3BEC7F2C-B6AD-46D9-AA2D-F4AF86E39C63}" type="pres">
      <dgm:prSet presAssocID="{CDA15D31-C662-4E36-A56D-DBFDF6D48376}" presName="accent_3" presStyleCnt="0"/>
      <dgm:spPr/>
    </dgm:pt>
    <dgm:pt modelId="{F82108FB-B9EB-4EC0-803C-D71CE00EBC4F}" type="pres">
      <dgm:prSet presAssocID="{CDA15D31-C662-4E36-A56D-DBFDF6D48376}" presName="accentRepeatNode" presStyleLbl="solidFgAcc1" presStyleIdx="2" presStyleCnt="4"/>
      <dgm:spPr/>
    </dgm:pt>
    <dgm:pt modelId="{6F9E6C71-A346-43DF-9FE5-6A16AA6FE851}" type="pres">
      <dgm:prSet presAssocID="{5D9CAEB2-4889-4BEE-BE80-24D702B677E7}" presName="text_4" presStyleLbl="node1" presStyleIdx="3" presStyleCnt="4">
        <dgm:presLayoutVars>
          <dgm:bulletEnabled val="1"/>
        </dgm:presLayoutVars>
      </dgm:prSet>
      <dgm:spPr/>
    </dgm:pt>
    <dgm:pt modelId="{0D161057-E089-4F21-900A-D4896814FCE9}" type="pres">
      <dgm:prSet presAssocID="{5D9CAEB2-4889-4BEE-BE80-24D702B677E7}" presName="accent_4" presStyleCnt="0"/>
      <dgm:spPr/>
    </dgm:pt>
    <dgm:pt modelId="{3BFB2CAD-223F-4273-98DB-A4C689F6E5E7}" type="pres">
      <dgm:prSet presAssocID="{5D9CAEB2-4889-4BEE-BE80-24D702B677E7}" presName="accentRepeatNode" presStyleLbl="solidFgAcc1" presStyleIdx="3" presStyleCnt="4"/>
      <dgm:spPr/>
    </dgm:pt>
  </dgm:ptLst>
  <dgm:cxnLst>
    <dgm:cxn modelId="{595B5D02-BD15-4F91-9C10-4B1FAFCEC8C8}" type="presOf" srcId="{5D179703-26C6-4953-9003-4318769AE85A}" destId="{AC0EFF9E-7B91-4503-B672-5CBBD2BA5230}" srcOrd="0" destOrd="1" presId="urn:microsoft.com/office/officeart/2008/layout/VerticalCurvedList"/>
    <dgm:cxn modelId="{9BD9C016-3344-4043-86AA-770C0F67E4BA}" srcId="{B310DF2F-C037-4E12-B91B-0096417DCEDB}" destId="{CFC70BAF-01A5-48F2-BDF8-A2DEA3B6AFF3}" srcOrd="0" destOrd="0" parTransId="{37D0BEDD-4567-491E-97F4-8C858C3C5F01}" sibTransId="{7477AF6E-17D3-46FE-957E-C72ADADE912D}"/>
    <dgm:cxn modelId="{225D3B1E-5ACA-4878-B674-98BBA30D754D}" srcId="{76A79198-65FA-4799-873F-F955F44CB770}" destId="{5D179703-26C6-4953-9003-4318769AE85A}" srcOrd="0" destOrd="0" parTransId="{00BF9B4E-734F-4BC0-86B8-85FB303296BD}" sibTransId="{C327A9EF-FB26-43B1-BD16-3126AF2ACA4F}"/>
    <dgm:cxn modelId="{6532BF24-E0B1-4F6B-A223-C2D1C0F094E6}" srcId="{CDA15D31-C662-4E36-A56D-DBFDF6D48376}" destId="{DC7CE7E7-A268-4682-B34A-B2865E7931EF}" srcOrd="0" destOrd="0" parTransId="{E2A7B3D9-8B0C-493D-A828-D948F970979B}" sibTransId="{D38CB3CB-B1B3-410D-ABE0-8DA9AAEC87DF}"/>
    <dgm:cxn modelId="{FEB8D64A-0E30-4AA6-9239-63FEC23ADE33}" srcId="{B310DF2F-C037-4E12-B91B-0096417DCEDB}" destId="{5D9CAEB2-4889-4BEE-BE80-24D702B677E7}" srcOrd="3" destOrd="0" parTransId="{7CD9ED9B-3CEF-432B-8BF4-0705AC517C99}" sibTransId="{57CD0636-47B2-4829-BAEF-835E901F287E}"/>
    <dgm:cxn modelId="{8C427854-49D8-4872-965A-1701F629ACBE}" type="presOf" srcId="{E1E06B8D-439B-4A0E-BDDB-8C2C572E2B0A}" destId="{9407B299-3CEE-4592-BF69-5D6DA54D61AD}" srcOrd="0" destOrd="1" presId="urn:microsoft.com/office/officeart/2008/layout/VerticalCurvedList"/>
    <dgm:cxn modelId="{5D7CCB75-1E6D-4F0A-A173-5E68B8D94A20}" type="presOf" srcId="{5D9CAEB2-4889-4BEE-BE80-24D702B677E7}" destId="{6F9E6C71-A346-43DF-9FE5-6A16AA6FE851}" srcOrd="0" destOrd="0" presId="urn:microsoft.com/office/officeart/2008/layout/VerticalCurvedList"/>
    <dgm:cxn modelId="{2C5E117B-7CBA-41EF-8E24-AB05237A6539}" type="presOf" srcId="{B310DF2F-C037-4E12-B91B-0096417DCEDB}" destId="{9B7E6C8D-B3DF-43E3-86E5-BAB0946F4535}" srcOrd="0" destOrd="0" presId="urn:microsoft.com/office/officeart/2008/layout/VerticalCurvedList"/>
    <dgm:cxn modelId="{04FA2497-0DE7-4AFE-8901-E2926EC4F08A}" srcId="{B310DF2F-C037-4E12-B91B-0096417DCEDB}" destId="{CDA15D31-C662-4E36-A56D-DBFDF6D48376}" srcOrd="2" destOrd="0" parTransId="{8814A315-FCC8-4228-8C48-5D81EE4E7689}" sibTransId="{36296DF5-2C0C-49A7-9259-564F61A60960}"/>
    <dgm:cxn modelId="{E4F3AE9E-BD16-402A-8274-80598BF310BC}" type="presOf" srcId="{DC7CE7E7-A268-4682-B34A-B2865E7931EF}" destId="{CE32C144-313E-46DC-81EC-F2E448231C83}" srcOrd="0" destOrd="1" presId="urn:microsoft.com/office/officeart/2008/layout/VerticalCurvedList"/>
    <dgm:cxn modelId="{2AE9A19F-B8C4-4292-B7A0-8E7049314E2C}" type="presOf" srcId="{76A79198-65FA-4799-873F-F955F44CB770}" destId="{AC0EFF9E-7B91-4503-B672-5CBBD2BA5230}" srcOrd="0" destOrd="0" presId="urn:microsoft.com/office/officeart/2008/layout/VerticalCurvedList"/>
    <dgm:cxn modelId="{571B33A3-6176-46C6-BAEC-7EDE34EFB5FD}" srcId="{CFC70BAF-01A5-48F2-BDF8-A2DEA3B6AFF3}" destId="{E1E06B8D-439B-4A0E-BDDB-8C2C572E2B0A}" srcOrd="0" destOrd="0" parTransId="{8E962875-F33B-46FB-B7FC-5B6E8BB82D64}" sibTransId="{51AF2F9C-AB74-45AC-AD69-1CF7F82B4FAA}"/>
    <dgm:cxn modelId="{07ACD6AB-BB66-48A4-B5BB-F36F2486B103}" srcId="{5D9CAEB2-4889-4BEE-BE80-24D702B677E7}" destId="{093C2009-E5FB-4212-81BA-AA42F8503AEF}" srcOrd="0" destOrd="0" parTransId="{46D802D9-06C4-4A0F-AEE2-C6ACF194DB2B}" sibTransId="{F34B3998-0702-4C95-A699-C157CDFA0109}"/>
    <dgm:cxn modelId="{74D74CAF-0EEA-43B9-96BA-C8D75C141EA7}" type="presOf" srcId="{093C2009-E5FB-4212-81BA-AA42F8503AEF}" destId="{6F9E6C71-A346-43DF-9FE5-6A16AA6FE851}" srcOrd="0" destOrd="1" presId="urn:microsoft.com/office/officeart/2008/layout/VerticalCurvedList"/>
    <dgm:cxn modelId="{E123E1C7-68B7-44CF-A604-61C0813C3A37}" type="presOf" srcId="{CFC70BAF-01A5-48F2-BDF8-A2DEA3B6AFF3}" destId="{9407B299-3CEE-4592-BF69-5D6DA54D61AD}" srcOrd="0" destOrd="0" presId="urn:microsoft.com/office/officeart/2008/layout/VerticalCurvedList"/>
    <dgm:cxn modelId="{DA3A12CB-BCBD-4EB4-935D-EBB81741A10F}" srcId="{B310DF2F-C037-4E12-B91B-0096417DCEDB}" destId="{76A79198-65FA-4799-873F-F955F44CB770}" srcOrd="1" destOrd="0" parTransId="{B4140457-5DF5-4F81-8C7C-5BE789F6E269}" sibTransId="{509D4A54-9364-4F18-A76B-8DBB4B11FFCD}"/>
    <dgm:cxn modelId="{18C1F4CF-3C66-4008-95F8-39A83F9A2F72}" type="presOf" srcId="{CDA15D31-C662-4E36-A56D-DBFDF6D48376}" destId="{CE32C144-313E-46DC-81EC-F2E448231C83}" srcOrd="0" destOrd="0" presId="urn:microsoft.com/office/officeart/2008/layout/VerticalCurvedList"/>
    <dgm:cxn modelId="{15BA1CFE-4F9B-42DE-93D4-C7835D114229}" type="presOf" srcId="{51AF2F9C-AB74-45AC-AD69-1CF7F82B4FAA}" destId="{FB09156D-271E-443B-8204-7B3AF3F05C00}" srcOrd="0" destOrd="0" presId="urn:microsoft.com/office/officeart/2008/layout/VerticalCurvedList"/>
    <dgm:cxn modelId="{C0DCFC73-9C11-4ACE-90A6-193E62982645}" type="presParOf" srcId="{9B7E6C8D-B3DF-43E3-86E5-BAB0946F4535}" destId="{CC3822B9-3500-4DF2-8847-E7DCFA707727}" srcOrd="0" destOrd="0" presId="urn:microsoft.com/office/officeart/2008/layout/VerticalCurvedList"/>
    <dgm:cxn modelId="{6D539906-513F-4BB6-AA13-24020CA1E3D5}" type="presParOf" srcId="{CC3822B9-3500-4DF2-8847-E7DCFA707727}" destId="{4FF838ED-3517-4BE5-8BA3-E1C31E7FEB44}" srcOrd="0" destOrd="0" presId="urn:microsoft.com/office/officeart/2008/layout/VerticalCurvedList"/>
    <dgm:cxn modelId="{B6A13839-513C-4747-BD00-00222A129B29}" type="presParOf" srcId="{4FF838ED-3517-4BE5-8BA3-E1C31E7FEB44}" destId="{3F741EF6-4C21-4139-A868-15AF6A7F5679}" srcOrd="0" destOrd="0" presId="urn:microsoft.com/office/officeart/2008/layout/VerticalCurvedList"/>
    <dgm:cxn modelId="{66FBED03-8438-4409-9BBC-D42922508DF3}" type="presParOf" srcId="{4FF838ED-3517-4BE5-8BA3-E1C31E7FEB44}" destId="{FB09156D-271E-443B-8204-7B3AF3F05C00}" srcOrd="1" destOrd="0" presId="urn:microsoft.com/office/officeart/2008/layout/VerticalCurvedList"/>
    <dgm:cxn modelId="{630CFE74-C04C-4071-9CC6-1830E35393D5}" type="presParOf" srcId="{4FF838ED-3517-4BE5-8BA3-E1C31E7FEB44}" destId="{810BBB04-730C-4312-8E73-44C966B9AB41}" srcOrd="2" destOrd="0" presId="urn:microsoft.com/office/officeart/2008/layout/VerticalCurvedList"/>
    <dgm:cxn modelId="{37F6B375-E9EB-494F-82B7-CDF7C8FAB0FD}" type="presParOf" srcId="{4FF838ED-3517-4BE5-8BA3-E1C31E7FEB44}" destId="{970BD839-6233-49BF-887D-F967C9DF89E1}" srcOrd="3" destOrd="0" presId="urn:microsoft.com/office/officeart/2008/layout/VerticalCurvedList"/>
    <dgm:cxn modelId="{591407DA-F8B9-4080-909C-0E4E67130216}" type="presParOf" srcId="{CC3822B9-3500-4DF2-8847-E7DCFA707727}" destId="{9407B299-3CEE-4592-BF69-5D6DA54D61AD}" srcOrd="1" destOrd="0" presId="urn:microsoft.com/office/officeart/2008/layout/VerticalCurvedList"/>
    <dgm:cxn modelId="{3AD6CA4C-6518-45EF-B287-2455B1851BF2}" type="presParOf" srcId="{CC3822B9-3500-4DF2-8847-E7DCFA707727}" destId="{020A026A-F526-4DA3-B805-2E2B1CD4554F}" srcOrd="2" destOrd="0" presId="urn:microsoft.com/office/officeart/2008/layout/VerticalCurvedList"/>
    <dgm:cxn modelId="{AA03D31E-09F2-43BA-B10A-19B91F2E843C}" type="presParOf" srcId="{020A026A-F526-4DA3-B805-2E2B1CD4554F}" destId="{56DD6BD3-D1D9-492C-8B96-748DA366B080}" srcOrd="0" destOrd="0" presId="urn:microsoft.com/office/officeart/2008/layout/VerticalCurvedList"/>
    <dgm:cxn modelId="{16B5FA9F-FF98-4C5C-99A2-5AFAE8F593C5}" type="presParOf" srcId="{CC3822B9-3500-4DF2-8847-E7DCFA707727}" destId="{AC0EFF9E-7B91-4503-B672-5CBBD2BA5230}" srcOrd="3" destOrd="0" presId="urn:microsoft.com/office/officeart/2008/layout/VerticalCurvedList"/>
    <dgm:cxn modelId="{3B420362-1037-4887-ABA4-12C426B1F0FE}" type="presParOf" srcId="{CC3822B9-3500-4DF2-8847-E7DCFA707727}" destId="{583A43CB-6F17-4478-BE14-DEF3131D3D4C}" srcOrd="4" destOrd="0" presId="urn:microsoft.com/office/officeart/2008/layout/VerticalCurvedList"/>
    <dgm:cxn modelId="{B258E7F7-0B6B-4960-AC27-700CE1C8F7C0}" type="presParOf" srcId="{583A43CB-6F17-4478-BE14-DEF3131D3D4C}" destId="{E07A9915-24DC-4283-8FE7-8B51C505B23F}" srcOrd="0" destOrd="0" presId="urn:microsoft.com/office/officeart/2008/layout/VerticalCurvedList"/>
    <dgm:cxn modelId="{246AC622-2D8E-46A6-A197-D9084C1CFDB4}" type="presParOf" srcId="{CC3822B9-3500-4DF2-8847-E7DCFA707727}" destId="{CE32C144-313E-46DC-81EC-F2E448231C83}" srcOrd="5" destOrd="0" presId="urn:microsoft.com/office/officeart/2008/layout/VerticalCurvedList"/>
    <dgm:cxn modelId="{44126D9D-1D46-4EF5-812A-6B53EB0FFEB1}" type="presParOf" srcId="{CC3822B9-3500-4DF2-8847-E7DCFA707727}" destId="{3BEC7F2C-B6AD-46D9-AA2D-F4AF86E39C63}" srcOrd="6" destOrd="0" presId="urn:microsoft.com/office/officeart/2008/layout/VerticalCurvedList"/>
    <dgm:cxn modelId="{CE44FD6F-22C0-4CA5-9E69-77D90372EF76}" type="presParOf" srcId="{3BEC7F2C-B6AD-46D9-AA2D-F4AF86E39C63}" destId="{F82108FB-B9EB-4EC0-803C-D71CE00EBC4F}" srcOrd="0" destOrd="0" presId="urn:microsoft.com/office/officeart/2008/layout/VerticalCurvedList"/>
    <dgm:cxn modelId="{EDC15A40-FBD5-45AF-B4C3-C2AA4A43D9B2}" type="presParOf" srcId="{CC3822B9-3500-4DF2-8847-E7DCFA707727}" destId="{6F9E6C71-A346-43DF-9FE5-6A16AA6FE851}" srcOrd="7" destOrd="0" presId="urn:microsoft.com/office/officeart/2008/layout/VerticalCurvedList"/>
    <dgm:cxn modelId="{893C7066-11A1-4B82-90C0-E0F66E0A5AA7}" type="presParOf" srcId="{CC3822B9-3500-4DF2-8847-E7DCFA707727}" destId="{0D161057-E089-4F21-900A-D4896814FCE9}" srcOrd="8" destOrd="0" presId="urn:microsoft.com/office/officeart/2008/layout/VerticalCurvedList"/>
    <dgm:cxn modelId="{BD8F96B0-0FA3-4367-80E2-D856F5EA5447}" type="presParOf" srcId="{0D161057-E089-4F21-900A-D4896814FCE9}" destId="{3BFB2CAD-223F-4273-98DB-A4C689F6E5E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231930-282B-4386-A75B-15B35459DB06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9B4DDAFB-E76F-45A2-803E-9445DB6D1882}">
      <dgm:prSet/>
      <dgm:spPr/>
      <dgm:t>
        <a:bodyPr/>
        <a:lstStyle/>
        <a:p>
          <a:pPr rtl="0" latinLnBrk="1"/>
          <a:r>
            <a:rPr lang="en-US" b="1" dirty="0"/>
            <a:t>1. </a:t>
          </a:r>
          <a:r>
            <a:rPr lang="ko-KR" altLang="en-US" b="1" dirty="0"/>
            <a:t>지도</a:t>
          </a:r>
          <a:endParaRPr lang="ko-KR" b="1" dirty="0"/>
        </a:p>
      </dgm:t>
    </dgm:pt>
    <dgm:pt modelId="{94E1EBFC-F12C-449A-BB21-7585FD1AF06F}" type="parTrans" cxnId="{F8888243-C5AC-4C36-9F7E-F09516E8919E}">
      <dgm:prSet/>
      <dgm:spPr/>
      <dgm:t>
        <a:bodyPr/>
        <a:lstStyle/>
        <a:p>
          <a:pPr latinLnBrk="1"/>
          <a:endParaRPr lang="ko-KR" altLang="en-US"/>
        </a:p>
      </dgm:t>
    </dgm:pt>
    <dgm:pt modelId="{4FF17660-BAC9-43E6-ACD0-FAA98ADE221C}" type="sibTrans" cxnId="{F8888243-C5AC-4C36-9F7E-F09516E8919E}">
      <dgm:prSet/>
      <dgm:spPr/>
      <dgm:t>
        <a:bodyPr/>
        <a:lstStyle/>
        <a:p>
          <a:pPr latinLnBrk="1"/>
          <a:endParaRPr lang="ko-KR" altLang="en-US"/>
        </a:p>
      </dgm:t>
    </dgm:pt>
    <dgm:pt modelId="{E17D0556-4CC1-46D7-8294-912970B6969A}">
      <dgm:prSet/>
      <dgm:spPr/>
      <dgm:t>
        <a:bodyPr/>
        <a:lstStyle/>
        <a:p>
          <a:pPr rtl="0" latinLnBrk="1"/>
          <a:r>
            <a:rPr lang="ko-KR" altLang="en-US" b="0" dirty="0"/>
            <a:t>지도 클릭 시 위</a:t>
          </a:r>
          <a:r>
            <a:rPr lang="en-US" altLang="ko-KR" b="0" dirty="0"/>
            <a:t>.</a:t>
          </a:r>
          <a:r>
            <a:rPr lang="ko-KR" altLang="en-US" b="0" dirty="0"/>
            <a:t>경도 변환</a:t>
          </a:r>
          <a:endParaRPr lang="ko-KR" b="0" dirty="0"/>
        </a:p>
      </dgm:t>
    </dgm:pt>
    <dgm:pt modelId="{331B501E-5C06-4E24-9B2D-F4BF31AD1630}" type="parTrans" cxnId="{5EF02468-A364-4D65-BE8F-0D2895394961}">
      <dgm:prSet/>
      <dgm:spPr/>
      <dgm:t>
        <a:bodyPr/>
        <a:lstStyle/>
        <a:p>
          <a:pPr latinLnBrk="1"/>
          <a:endParaRPr lang="ko-KR" altLang="en-US"/>
        </a:p>
      </dgm:t>
    </dgm:pt>
    <dgm:pt modelId="{7F2FF7BA-AF9E-4CCE-8D1E-680443E9887D}" type="sibTrans" cxnId="{5EF02468-A364-4D65-BE8F-0D2895394961}">
      <dgm:prSet/>
      <dgm:spPr/>
      <dgm:t>
        <a:bodyPr/>
        <a:lstStyle/>
        <a:p>
          <a:pPr latinLnBrk="1"/>
          <a:endParaRPr lang="ko-KR" altLang="en-US"/>
        </a:p>
      </dgm:t>
    </dgm:pt>
    <dgm:pt modelId="{DD99DB1F-39D0-4ECF-A0E5-B485064CE757}">
      <dgm:prSet/>
      <dgm:spPr/>
      <dgm:t>
        <a:bodyPr/>
        <a:lstStyle/>
        <a:p>
          <a:pPr rtl="0" latinLnBrk="1"/>
          <a:r>
            <a:rPr lang="ko-KR" altLang="en-US" b="0" dirty="0"/>
            <a:t>주소</a:t>
          </a:r>
          <a:r>
            <a:rPr lang="en-US" altLang="ko-KR" b="0" dirty="0"/>
            <a:t>, </a:t>
          </a:r>
          <a:r>
            <a:rPr lang="ko-KR" altLang="en-US" b="0" dirty="0"/>
            <a:t>명칭</a:t>
          </a:r>
          <a:r>
            <a:rPr lang="en-US" altLang="ko-KR" b="0" dirty="0"/>
            <a:t>, </a:t>
          </a:r>
          <a:r>
            <a:rPr lang="ko-KR" altLang="en-US" b="0" dirty="0"/>
            <a:t>위경도로 지도 검색기능</a:t>
          </a:r>
          <a:endParaRPr lang="ko-KR" b="0" dirty="0"/>
        </a:p>
      </dgm:t>
    </dgm:pt>
    <dgm:pt modelId="{E50F8FE2-AA2D-4A19-9311-02BCAE7BB7A6}" type="parTrans" cxnId="{3FA243EA-4261-4665-AE54-28D5D2CC8ADA}">
      <dgm:prSet/>
      <dgm:spPr/>
      <dgm:t>
        <a:bodyPr/>
        <a:lstStyle/>
        <a:p>
          <a:pPr latinLnBrk="1"/>
          <a:endParaRPr lang="ko-KR" altLang="en-US"/>
        </a:p>
      </dgm:t>
    </dgm:pt>
    <dgm:pt modelId="{B25AB91B-D2A1-423C-91B2-01021649749F}" type="sibTrans" cxnId="{3FA243EA-4261-4665-AE54-28D5D2CC8ADA}">
      <dgm:prSet/>
      <dgm:spPr/>
      <dgm:t>
        <a:bodyPr/>
        <a:lstStyle/>
        <a:p>
          <a:pPr latinLnBrk="1"/>
          <a:endParaRPr lang="ko-KR" altLang="en-US"/>
        </a:p>
      </dgm:t>
    </dgm:pt>
    <dgm:pt modelId="{7306552F-DB93-43A7-9D00-6D72A423E2D2}">
      <dgm:prSet/>
      <dgm:spPr/>
      <dgm:t>
        <a:bodyPr/>
        <a:lstStyle/>
        <a:p>
          <a:pPr rtl="0" latinLnBrk="1"/>
          <a:r>
            <a:rPr lang="en-US" b="1" dirty="0"/>
            <a:t>2. </a:t>
          </a:r>
          <a:r>
            <a:rPr lang="ko-KR" altLang="en-US" b="1" dirty="0"/>
            <a:t>통합관측</a:t>
          </a:r>
          <a:endParaRPr lang="ko-KR" b="1" dirty="0"/>
        </a:p>
      </dgm:t>
    </dgm:pt>
    <dgm:pt modelId="{75C3A772-644D-43A9-800A-E3EB6DEC3EBD}" type="parTrans" cxnId="{CB9D33EC-3BE3-4F68-8F74-95EB64D459F5}">
      <dgm:prSet/>
      <dgm:spPr/>
      <dgm:t>
        <a:bodyPr/>
        <a:lstStyle/>
        <a:p>
          <a:pPr latinLnBrk="1"/>
          <a:endParaRPr lang="ko-KR" altLang="en-US"/>
        </a:p>
      </dgm:t>
    </dgm:pt>
    <dgm:pt modelId="{8F996E1E-026C-40C9-887D-3481E84789DB}" type="sibTrans" cxnId="{CB9D33EC-3BE3-4F68-8F74-95EB64D459F5}">
      <dgm:prSet/>
      <dgm:spPr/>
      <dgm:t>
        <a:bodyPr/>
        <a:lstStyle/>
        <a:p>
          <a:pPr latinLnBrk="1"/>
          <a:endParaRPr lang="ko-KR" altLang="en-US"/>
        </a:p>
      </dgm:t>
    </dgm:pt>
    <dgm:pt modelId="{27E9D798-BCE1-47E9-8CC3-3497AC848A7A}">
      <dgm:prSet/>
      <dgm:spPr/>
      <dgm:t>
        <a:bodyPr/>
        <a:lstStyle/>
        <a:p>
          <a:pPr rtl="0" latinLnBrk="1"/>
          <a:r>
            <a:rPr lang="ko-KR" altLang="en-US" dirty="0"/>
            <a:t>기상관측</a:t>
          </a:r>
          <a:r>
            <a:rPr lang="en-US" altLang="ko-KR" dirty="0"/>
            <a:t>/</a:t>
          </a:r>
          <a:r>
            <a:rPr lang="ko-KR" altLang="en-US" dirty="0"/>
            <a:t>조기경보</a:t>
          </a:r>
          <a:r>
            <a:rPr lang="en-US" altLang="ko-KR" dirty="0"/>
            <a:t>/</a:t>
          </a:r>
          <a:r>
            <a:rPr lang="ko-KR" altLang="en-US" dirty="0"/>
            <a:t>저수지</a:t>
          </a:r>
          <a:r>
            <a:rPr lang="en-US" altLang="ko-KR" dirty="0"/>
            <a:t>/</a:t>
          </a:r>
          <a:r>
            <a:rPr lang="ko-KR" altLang="en-US" dirty="0"/>
            <a:t>급경사지</a:t>
          </a:r>
          <a:r>
            <a:rPr lang="en-US" altLang="ko-KR" dirty="0"/>
            <a:t>/</a:t>
          </a:r>
          <a:r>
            <a:rPr lang="ko-KR" altLang="en-US" dirty="0" err="1"/>
            <a:t>둔치주차</a:t>
          </a:r>
          <a:r>
            <a:rPr lang="en-US" altLang="ko-KR" dirty="0"/>
            <a:t>/</a:t>
          </a:r>
          <a:r>
            <a:rPr lang="ko-KR" altLang="en-US" dirty="0"/>
            <a:t>침수차단 및 지능형 통합관제 시스템 모니터링 페이지</a:t>
          </a:r>
          <a:endParaRPr lang="ko-KR" dirty="0"/>
        </a:p>
      </dgm:t>
    </dgm:pt>
    <dgm:pt modelId="{09629CD1-9FEF-4635-9EA4-B95DA61C9303}" type="parTrans" cxnId="{9C380610-60F7-48F9-8B1A-2AE9D33C9E14}">
      <dgm:prSet/>
      <dgm:spPr/>
      <dgm:t>
        <a:bodyPr/>
        <a:lstStyle/>
        <a:p>
          <a:pPr latinLnBrk="1"/>
          <a:endParaRPr lang="ko-KR" altLang="en-US"/>
        </a:p>
      </dgm:t>
    </dgm:pt>
    <dgm:pt modelId="{9A66A512-F75B-434A-A50C-F96FA4DDDF06}" type="sibTrans" cxnId="{9C380610-60F7-48F9-8B1A-2AE9D33C9E14}">
      <dgm:prSet/>
      <dgm:spPr/>
      <dgm:t>
        <a:bodyPr/>
        <a:lstStyle/>
        <a:p>
          <a:pPr latinLnBrk="1"/>
          <a:endParaRPr lang="ko-KR" altLang="en-US"/>
        </a:p>
      </dgm:t>
    </dgm:pt>
    <dgm:pt modelId="{AB8804B7-EA97-4785-B8A3-27A9E3431C67}">
      <dgm:prSet/>
      <dgm:spPr/>
      <dgm:t>
        <a:bodyPr/>
        <a:lstStyle/>
        <a:p>
          <a:pPr rtl="0" latinLnBrk="1"/>
          <a:r>
            <a:rPr lang="en-US" b="1" dirty="0"/>
            <a:t>3. </a:t>
          </a:r>
          <a:r>
            <a:rPr lang="ko-KR" altLang="en-US" b="1" dirty="0" err="1"/>
            <a:t>소하천</a:t>
          </a:r>
          <a:endParaRPr lang="ko-KR" dirty="0"/>
        </a:p>
      </dgm:t>
    </dgm:pt>
    <dgm:pt modelId="{3C356522-51F3-42E4-A53D-2CA24FC4749D}" type="parTrans" cxnId="{E0248B72-BB2C-4DA3-B49F-3ABBACFB4D03}">
      <dgm:prSet/>
      <dgm:spPr/>
      <dgm:t>
        <a:bodyPr/>
        <a:lstStyle/>
        <a:p>
          <a:pPr latinLnBrk="1"/>
          <a:endParaRPr lang="ko-KR" altLang="en-US"/>
        </a:p>
      </dgm:t>
    </dgm:pt>
    <dgm:pt modelId="{2DF23B13-ADE9-4AAB-89B8-F41F441D6DE5}" type="sibTrans" cxnId="{E0248B72-BB2C-4DA3-B49F-3ABBACFB4D03}">
      <dgm:prSet/>
      <dgm:spPr/>
      <dgm:t>
        <a:bodyPr/>
        <a:lstStyle/>
        <a:p>
          <a:pPr latinLnBrk="1"/>
          <a:endParaRPr lang="ko-KR" altLang="en-US"/>
        </a:p>
      </dgm:t>
    </dgm:pt>
    <dgm:pt modelId="{FC25F4EC-4D46-476D-B856-AE21A9863B2D}">
      <dgm:prSet/>
      <dgm:spPr/>
      <dgm:t>
        <a:bodyPr/>
        <a:lstStyle/>
        <a:p>
          <a:pPr rtl="0" latinLnBrk="1"/>
          <a:r>
            <a:rPr lang="ko-KR" altLang="en-US" dirty="0"/>
            <a:t>국립재난안전연구원 </a:t>
          </a:r>
          <a:r>
            <a:rPr lang="ko-KR" altLang="en-US" dirty="0" err="1"/>
            <a:t>소하천</a:t>
          </a:r>
          <a:r>
            <a:rPr lang="ko-KR" altLang="en-US" dirty="0"/>
            <a:t> 스마트 계측관리시스템 모니터링 페이지</a:t>
          </a:r>
          <a:endParaRPr lang="ko-KR" dirty="0"/>
        </a:p>
      </dgm:t>
    </dgm:pt>
    <dgm:pt modelId="{FFBE7E01-0F05-4246-A7A7-997F49755144}" type="parTrans" cxnId="{78A333A0-736B-4376-B128-6DFF85AAF4A2}">
      <dgm:prSet/>
      <dgm:spPr/>
      <dgm:t>
        <a:bodyPr/>
        <a:lstStyle/>
        <a:p>
          <a:pPr latinLnBrk="1"/>
          <a:endParaRPr lang="ko-KR" altLang="en-US"/>
        </a:p>
      </dgm:t>
    </dgm:pt>
    <dgm:pt modelId="{B435C6EF-2C86-4C61-8C9A-D180E9A8A6EA}" type="sibTrans" cxnId="{78A333A0-736B-4376-B128-6DFF85AAF4A2}">
      <dgm:prSet/>
      <dgm:spPr/>
      <dgm:t>
        <a:bodyPr/>
        <a:lstStyle/>
        <a:p>
          <a:pPr latinLnBrk="1"/>
          <a:endParaRPr lang="ko-KR" altLang="en-US"/>
        </a:p>
      </dgm:t>
    </dgm:pt>
    <dgm:pt modelId="{4F151E41-FA18-4AE6-B9AF-645CFADB771A}">
      <dgm:prSet/>
      <dgm:spPr/>
      <dgm:t>
        <a:bodyPr/>
        <a:lstStyle/>
        <a:p>
          <a:pPr rtl="0" latinLnBrk="1"/>
          <a:r>
            <a:rPr lang="en-US" b="1" dirty="0"/>
            <a:t>4. </a:t>
          </a:r>
          <a:r>
            <a:rPr lang="ko-KR" altLang="en-US" b="1" dirty="0" err="1"/>
            <a:t>점검요망</a:t>
          </a:r>
          <a:endParaRPr lang="ko-KR" b="1" dirty="0"/>
        </a:p>
      </dgm:t>
    </dgm:pt>
    <dgm:pt modelId="{ABE99825-B9B6-4296-AAFA-C769D19D4056}" type="parTrans" cxnId="{FC22A4AB-D407-48AC-892D-658E26FBF6C0}">
      <dgm:prSet/>
      <dgm:spPr/>
      <dgm:t>
        <a:bodyPr/>
        <a:lstStyle/>
        <a:p>
          <a:pPr latinLnBrk="1"/>
          <a:endParaRPr lang="ko-KR" altLang="en-US"/>
        </a:p>
      </dgm:t>
    </dgm:pt>
    <dgm:pt modelId="{4C9A392E-A244-44B9-A657-02F2D248DAFE}" type="sibTrans" cxnId="{FC22A4AB-D407-48AC-892D-658E26FBF6C0}">
      <dgm:prSet/>
      <dgm:spPr/>
      <dgm:t>
        <a:bodyPr/>
        <a:lstStyle/>
        <a:p>
          <a:pPr latinLnBrk="1"/>
          <a:endParaRPr lang="ko-KR" altLang="en-US"/>
        </a:p>
      </dgm:t>
    </dgm:pt>
    <dgm:pt modelId="{226C02E5-CD17-4FEC-A929-51B5BFBCE8A0}">
      <dgm:prSet/>
      <dgm:spPr/>
      <dgm:t>
        <a:bodyPr/>
        <a:lstStyle/>
        <a:p>
          <a:pPr rtl="0" latinLnBrk="1"/>
          <a:r>
            <a:rPr lang="ko-KR" altLang="en-US" dirty="0"/>
            <a:t>통합관측 메뉴의 점검필요 페이지</a:t>
          </a:r>
          <a:endParaRPr lang="ko-KR" dirty="0"/>
        </a:p>
      </dgm:t>
    </dgm:pt>
    <dgm:pt modelId="{238A89B1-1592-4847-971D-8AF610822EF7}" type="parTrans" cxnId="{094E88FC-6DE4-4A72-B1D5-F029E9D865B8}">
      <dgm:prSet/>
      <dgm:spPr/>
      <dgm:t>
        <a:bodyPr/>
        <a:lstStyle/>
        <a:p>
          <a:pPr latinLnBrk="1"/>
          <a:endParaRPr lang="ko-KR" altLang="en-US"/>
        </a:p>
      </dgm:t>
    </dgm:pt>
    <dgm:pt modelId="{797CD665-82A6-40EA-A73E-6D049BB0FE41}" type="sibTrans" cxnId="{094E88FC-6DE4-4A72-B1D5-F029E9D865B8}">
      <dgm:prSet/>
      <dgm:spPr/>
      <dgm:t>
        <a:bodyPr/>
        <a:lstStyle/>
        <a:p>
          <a:pPr latinLnBrk="1"/>
          <a:endParaRPr lang="ko-KR" altLang="en-US"/>
        </a:p>
      </dgm:t>
    </dgm:pt>
    <dgm:pt modelId="{54D5AB0A-CEB4-483F-AF85-71FFE2B970D1}">
      <dgm:prSet/>
      <dgm:spPr/>
      <dgm:t>
        <a:bodyPr/>
        <a:lstStyle/>
        <a:p>
          <a:pPr rtl="0" latinLnBrk="1"/>
          <a:r>
            <a:rPr lang="en-US" altLang="ko-KR" b="1" dirty="0"/>
            <a:t>5. </a:t>
          </a:r>
          <a:r>
            <a:rPr lang="ko-KR" altLang="en-US" b="1" dirty="0"/>
            <a:t>관리</a:t>
          </a:r>
          <a:endParaRPr lang="ko-KR" b="1" dirty="0"/>
        </a:p>
      </dgm:t>
    </dgm:pt>
    <dgm:pt modelId="{D9D3F5A2-F6A7-48F6-9288-BB287FA1A002}" type="parTrans" cxnId="{AA798DA7-E524-42F3-8B2E-85E7816B64C3}">
      <dgm:prSet/>
      <dgm:spPr/>
      <dgm:t>
        <a:bodyPr/>
        <a:lstStyle/>
        <a:p>
          <a:pPr latinLnBrk="1"/>
          <a:endParaRPr lang="ko-KR" altLang="en-US"/>
        </a:p>
      </dgm:t>
    </dgm:pt>
    <dgm:pt modelId="{9B10FB90-7F45-438D-B9AA-254FEBF79FC4}" type="sibTrans" cxnId="{AA798DA7-E524-42F3-8B2E-85E7816B64C3}">
      <dgm:prSet/>
      <dgm:spPr/>
      <dgm:t>
        <a:bodyPr/>
        <a:lstStyle/>
        <a:p>
          <a:pPr latinLnBrk="1"/>
          <a:endParaRPr lang="ko-KR" altLang="en-US"/>
        </a:p>
      </dgm:t>
    </dgm:pt>
    <dgm:pt modelId="{62B5B03A-4B4D-47AF-96F9-B6D6B30ECD84}">
      <dgm:prSet/>
      <dgm:spPr/>
      <dgm:t>
        <a:bodyPr/>
        <a:lstStyle/>
        <a:p>
          <a:pPr rtl="0" latinLnBrk="1"/>
          <a:r>
            <a:rPr lang="ko-KR" altLang="en-US" dirty="0"/>
            <a:t>제어이력 조회 페이지</a:t>
          </a:r>
          <a:endParaRPr lang="ko-KR" dirty="0"/>
        </a:p>
      </dgm:t>
    </dgm:pt>
    <dgm:pt modelId="{9C1DC9F6-A7E1-4A45-85E3-529B2814106C}" type="parTrans" cxnId="{2EDCA0B4-F2DC-4699-8EEA-79D52527A11C}">
      <dgm:prSet/>
      <dgm:spPr/>
      <dgm:t>
        <a:bodyPr/>
        <a:lstStyle/>
        <a:p>
          <a:pPr latinLnBrk="1"/>
          <a:endParaRPr lang="ko-KR" altLang="en-US"/>
        </a:p>
      </dgm:t>
    </dgm:pt>
    <dgm:pt modelId="{B6479730-700C-429B-8E6C-715A2EA97969}" type="sibTrans" cxnId="{2EDCA0B4-F2DC-4699-8EEA-79D52527A11C}">
      <dgm:prSet/>
      <dgm:spPr/>
      <dgm:t>
        <a:bodyPr/>
        <a:lstStyle/>
        <a:p>
          <a:pPr latinLnBrk="1"/>
          <a:endParaRPr lang="ko-KR" altLang="en-US"/>
        </a:p>
      </dgm:t>
    </dgm:pt>
    <dgm:pt modelId="{1D1F3652-EC18-4357-8F36-8ED63089598B}">
      <dgm:prSet/>
      <dgm:spPr/>
      <dgm:t>
        <a:bodyPr/>
        <a:lstStyle/>
        <a:p>
          <a:pPr rtl="0" latinLnBrk="1"/>
          <a:r>
            <a:rPr lang="en-US" altLang="ko-KR" b="1" dirty="0"/>
            <a:t>6. </a:t>
          </a:r>
          <a:r>
            <a:rPr lang="ko-KR" altLang="en-US" b="1" dirty="0"/>
            <a:t>로그인</a:t>
          </a:r>
          <a:endParaRPr lang="ko-KR" b="1" dirty="0"/>
        </a:p>
      </dgm:t>
    </dgm:pt>
    <dgm:pt modelId="{E932B5CB-3AEF-420C-9D97-4D315B53DCDC}" type="parTrans" cxnId="{572FAD05-2B12-42D3-9CEE-56BCEA6B488B}">
      <dgm:prSet/>
      <dgm:spPr/>
      <dgm:t>
        <a:bodyPr/>
        <a:lstStyle/>
        <a:p>
          <a:pPr latinLnBrk="1"/>
          <a:endParaRPr lang="ko-KR" altLang="en-US"/>
        </a:p>
      </dgm:t>
    </dgm:pt>
    <dgm:pt modelId="{15E921D5-3D6D-43FD-BBF6-4C61C2BF5360}" type="sibTrans" cxnId="{572FAD05-2B12-42D3-9CEE-56BCEA6B488B}">
      <dgm:prSet/>
      <dgm:spPr/>
      <dgm:t>
        <a:bodyPr/>
        <a:lstStyle/>
        <a:p>
          <a:pPr latinLnBrk="1"/>
          <a:endParaRPr lang="ko-KR" altLang="en-US"/>
        </a:p>
      </dgm:t>
    </dgm:pt>
    <dgm:pt modelId="{3D982E7E-A7BE-4794-B07D-9EA2ED024C34}">
      <dgm:prSet/>
      <dgm:spPr/>
      <dgm:t>
        <a:bodyPr/>
        <a:lstStyle/>
        <a:p>
          <a:pPr rtl="0" latinLnBrk="1"/>
          <a:r>
            <a:rPr lang="ko-KR" altLang="en-US" dirty="0"/>
            <a:t>로그인 페이지</a:t>
          </a:r>
          <a:endParaRPr lang="ko-KR" dirty="0"/>
        </a:p>
      </dgm:t>
    </dgm:pt>
    <dgm:pt modelId="{9E92824D-D767-4906-976B-CA3EAD3D4399}" type="parTrans" cxnId="{2F787827-BF4A-4C73-B179-C39BA50E4795}">
      <dgm:prSet/>
      <dgm:spPr/>
      <dgm:t>
        <a:bodyPr/>
        <a:lstStyle/>
        <a:p>
          <a:pPr latinLnBrk="1"/>
          <a:endParaRPr lang="ko-KR" altLang="en-US"/>
        </a:p>
      </dgm:t>
    </dgm:pt>
    <dgm:pt modelId="{3E990AAF-8989-4F92-94B1-E1C5AC679A10}" type="sibTrans" cxnId="{2F787827-BF4A-4C73-B179-C39BA50E4795}">
      <dgm:prSet/>
      <dgm:spPr/>
      <dgm:t>
        <a:bodyPr/>
        <a:lstStyle/>
        <a:p>
          <a:pPr latinLnBrk="1"/>
          <a:endParaRPr lang="ko-KR" altLang="en-US"/>
        </a:p>
      </dgm:t>
    </dgm:pt>
    <dgm:pt modelId="{C660D7A9-6B10-4CFA-BF61-416A05DC7CA9}" type="pres">
      <dgm:prSet presAssocID="{45231930-282B-4386-A75B-15B35459DB06}" presName="linear" presStyleCnt="0">
        <dgm:presLayoutVars>
          <dgm:animLvl val="lvl"/>
          <dgm:resizeHandles val="exact"/>
        </dgm:presLayoutVars>
      </dgm:prSet>
      <dgm:spPr/>
    </dgm:pt>
    <dgm:pt modelId="{FB210214-622F-46B7-850E-28393C168412}" type="pres">
      <dgm:prSet presAssocID="{9B4DDAFB-E76F-45A2-803E-9445DB6D188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96A21C8-1C1E-4381-AE59-52079D522D36}" type="pres">
      <dgm:prSet presAssocID="{9B4DDAFB-E76F-45A2-803E-9445DB6D1882}" presName="childText" presStyleLbl="revTx" presStyleIdx="0" presStyleCnt="6">
        <dgm:presLayoutVars>
          <dgm:bulletEnabled val="1"/>
        </dgm:presLayoutVars>
      </dgm:prSet>
      <dgm:spPr/>
    </dgm:pt>
    <dgm:pt modelId="{5245D087-594B-4A37-8EC8-96736E4E5F6D}" type="pres">
      <dgm:prSet presAssocID="{7306552F-DB93-43A7-9D00-6D72A423E2D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DBD349B-9628-478B-8691-0C3A5EAB8A44}" type="pres">
      <dgm:prSet presAssocID="{7306552F-DB93-43A7-9D00-6D72A423E2D2}" presName="childText" presStyleLbl="revTx" presStyleIdx="1" presStyleCnt="6">
        <dgm:presLayoutVars>
          <dgm:bulletEnabled val="1"/>
        </dgm:presLayoutVars>
      </dgm:prSet>
      <dgm:spPr/>
    </dgm:pt>
    <dgm:pt modelId="{01DDB2B1-8158-4117-BD97-8EEC520AB5F6}" type="pres">
      <dgm:prSet presAssocID="{AB8804B7-EA97-4785-B8A3-27A9E3431C6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D4620F4-C218-40D6-A7F5-5E1B12EA8038}" type="pres">
      <dgm:prSet presAssocID="{AB8804B7-EA97-4785-B8A3-27A9E3431C67}" presName="childText" presStyleLbl="revTx" presStyleIdx="2" presStyleCnt="6">
        <dgm:presLayoutVars>
          <dgm:bulletEnabled val="1"/>
        </dgm:presLayoutVars>
      </dgm:prSet>
      <dgm:spPr/>
    </dgm:pt>
    <dgm:pt modelId="{481BCDC6-C176-4D35-9CAC-391B2CB25B59}" type="pres">
      <dgm:prSet presAssocID="{4F151E41-FA18-4AE6-B9AF-645CFADB771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E687AB8-C027-4B54-863E-FB7FDA48F6B4}" type="pres">
      <dgm:prSet presAssocID="{4F151E41-FA18-4AE6-B9AF-645CFADB771A}" presName="childText" presStyleLbl="revTx" presStyleIdx="3" presStyleCnt="6">
        <dgm:presLayoutVars>
          <dgm:bulletEnabled val="1"/>
        </dgm:presLayoutVars>
      </dgm:prSet>
      <dgm:spPr/>
    </dgm:pt>
    <dgm:pt modelId="{45B3C0FA-2A6C-45FE-91B1-65E99AFCACD9}" type="pres">
      <dgm:prSet presAssocID="{54D5AB0A-CEB4-483F-AF85-71FFE2B970D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DB2AC85-09C7-4781-A7FD-43B6FDA8709E}" type="pres">
      <dgm:prSet presAssocID="{54D5AB0A-CEB4-483F-AF85-71FFE2B970D1}" presName="childText" presStyleLbl="revTx" presStyleIdx="4" presStyleCnt="6">
        <dgm:presLayoutVars>
          <dgm:bulletEnabled val="1"/>
        </dgm:presLayoutVars>
      </dgm:prSet>
      <dgm:spPr/>
    </dgm:pt>
    <dgm:pt modelId="{92D48228-41C5-41FD-BC6B-437F3FC5EAE5}" type="pres">
      <dgm:prSet presAssocID="{1D1F3652-EC18-4357-8F36-8ED63089598B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6921659E-BCE0-4245-844D-F9E71D1A5414}" type="pres">
      <dgm:prSet presAssocID="{1D1F3652-EC18-4357-8F36-8ED63089598B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572FAD05-2B12-42D3-9CEE-56BCEA6B488B}" srcId="{45231930-282B-4386-A75B-15B35459DB06}" destId="{1D1F3652-EC18-4357-8F36-8ED63089598B}" srcOrd="5" destOrd="0" parTransId="{E932B5CB-3AEF-420C-9D97-4D315B53DCDC}" sibTransId="{15E921D5-3D6D-43FD-BBF6-4C61C2BF5360}"/>
    <dgm:cxn modelId="{9C380610-60F7-48F9-8B1A-2AE9D33C9E14}" srcId="{7306552F-DB93-43A7-9D00-6D72A423E2D2}" destId="{27E9D798-BCE1-47E9-8CC3-3497AC848A7A}" srcOrd="0" destOrd="0" parTransId="{09629CD1-9FEF-4635-9EA4-B95DA61C9303}" sibTransId="{9A66A512-F75B-434A-A50C-F96FA4DDDF06}"/>
    <dgm:cxn modelId="{2F787827-BF4A-4C73-B179-C39BA50E4795}" srcId="{1D1F3652-EC18-4357-8F36-8ED63089598B}" destId="{3D982E7E-A7BE-4794-B07D-9EA2ED024C34}" srcOrd="0" destOrd="0" parTransId="{9E92824D-D767-4906-976B-CA3EAD3D4399}" sibTransId="{3E990AAF-8989-4F92-94B1-E1C5AC679A10}"/>
    <dgm:cxn modelId="{BFA74D28-F7FF-4C73-B53C-4CCC48FFCCBA}" type="presOf" srcId="{1D1F3652-EC18-4357-8F36-8ED63089598B}" destId="{92D48228-41C5-41FD-BC6B-437F3FC5EAE5}" srcOrd="0" destOrd="0" presId="urn:microsoft.com/office/officeart/2005/8/layout/vList2"/>
    <dgm:cxn modelId="{D2644B2A-E63C-4305-B365-F6539402E5AD}" type="presOf" srcId="{3D982E7E-A7BE-4794-B07D-9EA2ED024C34}" destId="{6921659E-BCE0-4245-844D-F9E71D1A5414}" srcOrd="0" destOrd="0" presId="urn:microsoft.com/office/officeart/2005/8/layout/vList2"/>
    <dgm:cxn modelId="{18C34531-DBEB-4D28-A327-D27817691ECE}" type="presOf" srcId="{AB8804B7-EA97-4785-B8A3-27A9E3431C67}" destId="{01DDB2B1-8158-4117-BD97-8EEC520AB5F6}" srcOrd="0" destOrd="0" presId="urn:microsoft.com/office/officeart/2005/8/layout/vList2"/>
    <dgm:cxn modelId="{5F42EB35-362E-4615-B6FB-ADEF11587F85}" type="presOf" srcId="{27E9D798-BCE1-47E9-8CC3-3497AC848A7A}" destId="{8DBD349B-9628-478B-8691-0C3A5EAB8A44}" srcOrd="0" destOrd="0" presId="urn:microsoft.com/office/officeart/2005/8/layout/vList2"/>
    <dgm:cxn modelId="{9DD3F138-9A97-4F80-9BEC-BA6F59A297D2}" type="presOf" srcId="{DD99DB1F-39D0-4ECF-A0E5-B485064CE757}" destId="{596A21C8-1C1E-4381-AE59-52079D522D36}" srcOrd="0" destOrd="1" presId="urn:microsoft.com/office/officeart/2005/8/layout/vList2"/>
    <dgm:cxn modelId="{F8888243-C5AC-4C36-9F7E-F09516E8919E}" srcId="{45231930-282B-4386-A75B-15B35459DB06}" destId="{9B4DDAFB-E76F-45A2-803E-9445DB6D1882}" srcOrd="0" destOrd="0" parTransId="{94E1EBFC-F12C-449A-BB21-7585FD1AF06F}" sibTransId="{4FF17660-BAC9-43E6-ACD0-FAA98ADE221C}"/>
    <dgm:cxn modelId="{5EF02468-A364-4D65-BE8F-0D2895394961}" srcId="{9B4DDAFB-E76F-45A2-803E-9445DB6D1882}" destId="{E17D0556-4CC1-46D7-8294-912970B6969A}" srcOrd="0" destOrd="0" parTransId="{331B501E-5C06-4E24-9B2D-F4BF31AD1630}" sibTransId="{7F2FF7BA-AF9E-4CCE-8D1E-680443E9887D}"/>
    <dgm:cxn modelId="{4CFF2A6A-1F03-4040-BE74-68150E38E94C}" type="presOf" srcId="{FC25F4EC-4D46-476D-B856-AE21A9863B2D}" destId="{1D4620F4-C218-40D6-A7F5-5E1B12EA8038}" srcOrd="0" destOrd="0" presId="urn:microsoft.com/office/officeart/2005/8/layout/vList2"/>
    <dgm:cxn modelId="{122A5E4C-8A78-40EA-9F0F-CB19B243E31B}" type="presOf" srcId="{226C02E5-CD17-4FEC-A929-51B5BFBCE8A0}" destId="{6E687AB8-C027-4B54-863E-FB7FDA48F6B4}" srcOrd="0" destOrd="0" presId="urn:microsoft.com/office/officeart/2005/8/layout/vList2"/>
    <dgm:cxn modelId="{39F3EE50-821C-4AB5-8230-264DF5061FCA}" type="presOf" srcId="{E17D0556-4CC1-46D7-8294-912970B6969A}" destId="{596A21C8-1C1E-4381-AE59-52079D522D36}" srcOrd="0" destOrd="0" presId="urn:microsoft.com/office/officeart/2005/8/layout/vList2"/>
    <dgm:cxn modelId="{E0248B72-BB2C-4DA3-B49F-3ABBACFB4D03}" srcId="{45231930-282B-4386-A75B-15B35459DB06}" destId="{AB8804B7-EA97-4785-B8A3-27A9E3431C67}" srcOrd="2" destOrd="0" parTransId="{3C356522-51F3-42E4-A53D-2CA24FC4749D}" sibTransId="{2DF23B13-ADE9-4AAB-89B8-F41F441D6DE5}"/>
    <dgm:cxn modelId="{728C6397-53A2-4CD7-AB75-56C2E1668161}" type="presOf" srcId="{45231930-282B-4386-A75B-15B35459DB06}" destId="{C660D7A9-6B10-4CFA-BF61-416A05DC7CA9}" srcOrd="0" destOrd="0" presId="urn:microsoft.com/office/officeart/2005/8/layout/vList2"/>
    <dgm:cxn modelId="{0B634D9D-08B1-4395-A27B-DC7768DEF9E6}" type="presOf" srcId="{62B5B03A-4B4D-47AF-96F9-B6D6B30ECD84}" destId="{7DB2AC85-09C7-4781-A7FD-43B6FDA8709E}" srcOrd="0" destOrd="0" presId="urn:microsoft.com/office/officeart/2005/8/layout/vList2"/>
    <dgm:cxn modelId="{78A333A0-736B-4376-B128-6DFF85AAF4A2}" srcId="{AB8804B7-EA97-4785-B8A3-27A9E3431C67}" destId="{FC25F4EC-4D46-476D-B856-AE21A9863B2D}" srcOrd="0" destOrd="0" parTransId="{FFBE7E01-0F05-4246-A7A7-997F49755144}" sibTransId="{B435C6EF-2C86-4C61-8C9A-D180E9A8A6EA}"/>
    <dgm:cxn modelId="{94996BA1-AF14-48D5-BD96-D48E5EE9C7AF}" type="presOf" srcId="{4F151E41-FA18-4AE6-B9AF-645CFADB771A}" destId="{481BCDC6-C176-4D35-9CAC-391B2CB25B59}" srcOrd="0" destOrd="0" presId="urn:microsoft.com/office/officeart/2005/8/layout/vList2"/>
    <dgm:cxn modelId="{AA798DA7-E524-42F3-8B2E-85E7816B64C3}" srcId="{45231930-282B-4386-A75B-15B35459DB06}" destId="{54D5AB0A-CEB4-483F-AF85-71FFE2B970D1}" srcOrd="4" destOrd="0" parTransId="{D9D3F5A2-F6A7-48F6-9288-BB287FA1A002}" sibTransId="{9B10FB90-7F45-438D-B9AA-254FEBF79FC4}"/>
    <dgm:cxn modelId="{FC22A4AB-D407-48AC-892D-658E26FBF6C0}" srcId="{45231930-282B-4386-A75B-15B35459DB06}" destId="{4F151E41-FA18-4AE6-B9AF-645CFADB771A}" srcOrd="3" destOrd="0" parTransId="{ABE99825-B9B6-4296-AAFA-C769D19D4056}" sibTransId="{4C9A392E-A244-44B9-A657-02F2D248DAFE}"/>
    <dgm:cxn modelId="{2EDCA0B4-F2DC-4699-8EEA-79D52527A11C}" srcId="{54D5AB0A-CEB4-483F-AF85-71FFE2B970D1}" destId="{62B5B03A-4B4D-47AF-96F9-B6D6B30ECD84}" srcOrd="0" destOrd="0" parTransId="{9C1DC9F6-A7E1-4A45-85E3-529B2814106C}" sibTransId="{B6479730-700C-429B-8E6C-715A2EA97969}"/>
    <dgm:cxn modelId="{8BB12CBB-AC74-42B2-8800-693C14019761}" type="presOf" srcId="{9B4DDAFB-E76F-45A2-803E-9445DB6D1882}" destId="{FB210214-622F-46B7-850E-28393C168412}" srcOrd="0" destOrd="0" presId="urn:microsoft.com/office/officeart/2005/8/layout/vList2"/>
    <dgm:cxn modelId="{DF73FFC2-193A-4120-A532-7EF48E9AC0A6}" type="presOf" srcId="{7306552F-DB93-43A7-9D00-6D72A423E2D2}" destId="{5245D087-594B-4A37-8EC8-96736E4E5F6D}" srcOrd="0" destOrd="0" presId="urn:microsoft.com/office/officeart/2005/8/layout/vList2"/>
    <dgm:cxn modelId="{3FA243EA-4261-4665-AE54-28D5D2CC8ADA}" srcId="{9B4DDAFB-E76F-45A2-803E-9445DB6D1882}" destId="{DD99DB1F-39D0-4ECF-A0E5-B485064CE757}" srcOrd="1" destOrd="0" parTransId="{E50F8FE2-AA2D-4A19-9311-02BCAE7BB7A6}" sibTransId="{B25AB91B-D2A1-423C-91B2-01021649749F}"/>
    <dgm:cxn modelId="{D7C9E6EA-8BD0-4DA4-B7A3-E1A8F9DA6554}" type="presOf" srcId="{54D5AB0A-CEB4-483F-AF85-71FFE2B970D1}" destId="{45B3C0FA-2A6C-45FE-91B1-65E99AFCACD9}" srcOrd="0" destOrd="0" presId="urn:microsoft.com/office/officeart/2005/8/layout/vList2"/>
    <dgm:cxn modelId="{CB9D33EC-3BE3-4F68-8F74-95EB64D459F5}" srcId="{45231930-282B-4386-A75B-15B35459DB06}" destId="{7306552F-DB93-43A7-9D00-6D72A423E2D2}" srcOrd="1" destOrd="0" parTransId="{75C3A772-644D-43A9-800A-E3EB6DEC3EBD}" sibTransId="{8F996E1E-026C-40C9-887D-3481E84789DB}"/>
    <dgm:cxn modelId="{094E88FC-6DE4-4A72-B1D5-F029E9D865B8}" srcId="{4F151E41-FA18-4AE6-B9AF-645CFADB771A}" destId="{226C02E5-CD17-4FEC-A929-51B5BFBCE8A0}" srcOrd="0" destOrd="0" parTransId="{238A89B1-1592-4847-971D-8AF610822EF7}" sibTransId="{797CD665-82A6-40EA-A73E-6D049BB0FE41}"/>
    <dgm:cxn modelId="{48FF33B3-5C98-4737-9894-C4B0445F95FF}" type="presParOf" srcId="{C660D7A9-6B10-4CFA-BF61-416A05DC7CA9}" destId="{FB210214-622F-46B7-850E-28393C168412}" srcOrd="0" destOrd="0" presId="urn:microsoft.com/office/officeart/2005/8/layout/vList2"/>
    <dgm:cxn modelId="{B039B962-25A0-4DCF-836D-29314D613181}" type="presParOf" srcId="{C660D7A9-6B10-4CFA-BF61-416A05DC7CA9}" destId="{596A21C8-1C1E-4381-AE59-52079D522D36}" srcOrd="1" destOrd="0" presId="urn:microsoft.com/office/officeart/2005/8/layout/vList2"/>
    <dgm:cxn modelId="{88442833-9D5D-45E6-A2D6-719437715155}" type="presParOf" srcId="{C660D7A9-6B10-4CFA-BF61-416A05DC7CA9}" destId="{5245D087-594B-4A37-8EC8-96736E4E5F6D}" srcOrd="2" destOrd="0" presId="urn:microsoft.com/office/officeart/2005/8/layout/vList2"/>
    <dgm:cxn modelId="{EFB17AE3-3BAD-4281-A358-FDA8693D8E22}" type="presParOf" srcId="{C660D7A9-6B10-4CFA-BF61-416A05DC7CA9}" destId="{8DBD349B-9628-478B-8691-0C3A5EAB8A44}" srcOrd="3" destOrd="0" presId="urn:microsoft.com/office/officeart/2005/8/layout/vList2"/>
    <dgm:cxn modelId="{7AA643B7-2E6D-4BC2-9BA8-8F930E22ABFB}" type="presParOf" srcId="{C660D7A9-6B10-4CFA-BF61-416A05DC7CA9}" destId="{01DDB2B1-8158-4117-BD97-8EEC520AB5F6}" srcOrd="4" destOrd="0" presId="urn:microsoft.com/office/officeart/2005/8/layout/vList2"/>
    <dgm:cxn modelId="{E7E770BF-B641-4A2C-AC95-2E690B8A6867}" type="presParOf" srcId="{C660D7A9-6B10-4CFA-BF61-416A05DC7CA9}" destId="{1D4620F4-C218-40D6-A7F5-5E1B12EA8038}" srcOrd="5" destOrd="0" presId="urn:microsoft.com/office/officeart/2005/8/layout/vList2"/>
    <dgm:cxn modelId="{A3BFEF56-E42E-4588-B642-BB405C3D6FBA}" type="presParOf" srcId="{C660D7A9-6B10-4CFA-BF61-416A05DC7CA9}" destId="{481BCDC6-C176-4D35-9CAC-391B2CB25B59}" srcOrd="6" destOrd="0" presId="urn:microsoft.com/office/officeart/2005/8/layout/vList2"/>
    <dgm:cxn modelId="{659558B0-EC9E-47E6-A5E1-6FD79E10E6F0}" type="presParOf" srcId="{C660D7A9-6B10-4CFA-BF61-416A05DC7CA9}" destId="{6E687AB8-C027-4B54-863E-FB7FDA48F6B4}" srcOrd="7" destOrd="0" presId="urn:microsoft.com/office/officeart/2005/8/layout/vList2"/>
    <dgm:cxn modelId="{880837ED-9957-4CEB-BD2D-57AE96A85264}" type="presParOf" srcId="{C660D7A9-6B10-4CFA-BF61-416A05DC7CA9}" destId="{45B3C0FA-2A6C-45FE-91B1-65E99AFCACD9}" srcOrd="8" destOrd="0" presId="urn:microsoft.com/office/officeart/2005/8/layout/vList2"/>
    <dgm:cxn modelId="{B4C714DA-12C0-4917-A983-0D7AD04A1F0C}" type="presParOf" srcId="{C660D7A9-6B10-4CFA-BF61-416A05DC7CA9}" destId="{7DB2AC85-09C7-4781-A7FD-43B6FDA8709E}" srcOrd="9" destOrd="0" presId="urn:microsoft.com/office/officeart/2005/8/layout/vList2"/>
    <dgm:cxn modelId="{1AA73737-B408-405C-9A0A-CBBB72F99E52}" type="presParOf" srcId="{C660D7A9-6B10-4CFA-BF61-416A05DC7CA9}" destId="{92D48228-41C5-41FD-BC6B-437F3FC5EAE5}" srcOrd="10" destOrd="0" presId="urn:microsoft.com/office/officeart/2005/8/layout/vList2"/>
    <dgm:cxn modelId="{1E5B056D-3CCC-4497-92EF-6FC732D02FB8}" type="presParOf" srcId="{C660D7A9-6B10-4CFA-BF61-416A05DC7CA9}" destId="{6921659E-BCE0-4245-844D-F9E71D1A5414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21CEE4-B6EA-44AF-B7B3-C27AA24187C1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9F10BA66-5161-439E-B46F-094870209DE8}">
      <dgm:prSet custT="1"/>
      <dgm:spPr/>
      <dgm:t>
        <a:bodyPr/>
        <a:lstStyle/>
        <a:p>
          <a:pPr rtl="0" latinLnBrk="1"/>
          <a:r>
            <a:rPr lang="en-US" sz="1600" b="1" dirty="0"/>
            <a:t>1. </a:t>
          </a:r>
          <a:r>
            <a:rPr lang="ko-KR" altLang="en-US" sz="1600" b="1" dirty="0"/>
            <a:t>전국 지도 표출</a:t>
          </a:r>
          <a:r>
            <a:rPr lang="en-US" altLang="ko-KR" sz="1600" b="1" dirty="0"/>
            <a:t>(</a:t>
          </a:r>
          <a:r>
            <a:rPr lang="ko-KR" altLang="en-US" sz="1600" b="1" dirty="0"/>
            <a:t>위경도 확인</a:t>
          </a:r>
          <a:r>
            <a:rPr lang="en-US" altLang="ko-KR" sz="1600" b="1" dirty="0"/>
            <a:t>)</a:t>
          </a:r>
          <a:endParaRPr lang="ko-KR" sz="1600" b="1" dirty="0"/>
        </a:p>
      </dgm:t>
    </dgm:pt>
    <dgm:pt modelId="{20805D97-F6C5-4B95-A744-4E7AF096F2D5}" type="par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6E61FC9F-7C12-4C4D-9A7A-885DF7CD810F}" type="sib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04BDC05A-9740-44D7-82AD-1776E600BA0B}">
      <dgm:prSet custT="1"/>
      <dgm:spPr/>
      <dgm:t>
        <a:bodyPr/>
        <a:lstStyle/>
        <a:p>
          <a:pPr rtl="0" latinLnBrk="1"/>
          <a:r>
            <a:rPr lang="ko-KR" altLang="en-US" sz="1600" b="1" dirty="0"/>
            <a:t>클릭 한 위치에 위경도를 표출</a:t>
          </a:r>
          <a:endParaRPr lang="ko-KR" sz="1600" b="1" dirty="0"/>
        </a:p>
      </dgm:t>
    </dgm:pt>
    <dgm:pt modelId="{C72034DD-CEC2-49DB-B2F1-E4C961BCA27D}" type="parTrans" cxnId="{05172A2D-F29B-4D69-9F50-B48A48E75756}">
      <dgm:prSet/>
      <dgm:spPr/>
      <dgm:t>
        <a:bodyPr/>
        <a:lstStyle/>
        <a:p>
          <a:pPr latinLnBrk="1"/>
          <a:endParaRPr lang="ko-KR" altLang="en-US"/>
        </a:p>
      </dgm:t>
    </dgm:pt>
    <dgm:pt modelId="{6E628927-14B1-4B8B-8CBE-4A555C4011BA}" type="sibTrans" cxnId="{05172A2D-F29B-4D69-9F50-B48A48E75756}">
      <dgm:prSet/>
      <dgm:spPr/>
      <dgm:t>
        <a:bodyPr/>
        <a:lstStyle/>
        <a:p>
          <a:pPr latinLnBrk="1"/>
          <a:endParaRPr lang="ko-KR" altLang="en-US"/>
        </a:p>
      </dgm:t>
    </dgm:pt>
    <dgm:pt modelId="{0D18D763-3A61-4912-AA81-320AD3F20DF8}">
      <dgm:prSet custT="1"/>
      <dgm:spPr/>
      <dgm:t>
        <a:bodyPr/>
        <a:lstStyle/>
        <a:p>
          <a:pPr rtl="0" latinLnBrk="1"/>
          <a:r>
            <a:rPr lang="ko-KR" altLang="en-US" sz="1600" b="1" dirty="0"/>
            <a:t>주소 검색기능</a:t>
          </a:r>
          <a:endParaRPr lang="ko-KR" sz="1600" b="1" dirty="0"/>
        </a:p>
      </dgm:t>
    </dgm:pt>
    <dgm:pt modelId="{48CB3AF5-5291-473D-8D08-1FEA134088E0}" type="parTrans" cxnId="{EA3E42DA-694B-4FE4-9E9A-D817B7AFDF29}">
      <dgm:prSet/>
      <dgm:spPr/>
      <dgm:t>
        <a:bodyPr/>
        <a:lstStyle/>
        <a:p>
          <a:pPr latinLnBrk="1"/>
          <a:endParaRPr lang="ko-KR" altLang="en-US"/>
        </a:p>
      </dgm:t>
    </dgm:pt>
    <dgm:pt modelId="{8CD352DB-F049-4DE8-AF04-71881034E6F2}" type="sibTrans" cxnId="{EA3E42DA-694B-4FE4-9E9A-D817B7AFDF29}">
      <dgm:prSet/>
      <dgm:spPr/>
      <dgm:t>
        <a:bodyPr/>
        <a:lstStyle/>
        <a:p>
          <a:pPr latinLnBrk="1"/>
          <a:endParaRPr lang="ko-KR" altLang="en-US"/>
        </a:p>
      </dgm:t>
    </dgm:pt>
    <dgm:pt modelId="{3E634C69-9312-4F86-B581-D669D72A695C}">
      <dgm:prSet custT="1"/>
      <dgm:spPr/>
      <dgm:t>
        <a:bodyPr/>
        <a:lstStyle/>
        <a:p>
          <a:pPr rtl="0" latinLnBrk="1"/>
          <a:r>
            <a:rPr lang="ko-KR" altLang="en-US" sz="1600" b="1" dirty="0"/>
            <a:t>명칭 검색기능</a:t>
          </a:r>
          <a:endParaRPr lang="ko-KR" sz="1600" b="1" dirty="0"/>
        </a:p>
      </dgm:t>
    </dgm:pt>
    <dgm:pt modelId="{3C7DBECF-384C-46A4-8BFD-C74E968BC1A7}" type="parTrans" cxnId="{78D696BE-2EF0-4FC0-B598-9591019A8AAD}">
      <dgm:prSet/>
      <dgm:spPr/>
      <dgm:t>
        <a:bodyPr/>
        <a:lstStyle/>
        <a:p>
          <a:pPr latinLnBrk="1"/>
          <a:endParaRPr lang="ko-KR" altLang="en-US"/>
        </a:p>
      </dgm:t>
    </dgm:pt>
    <dgm:pt modelId="{4CE6D03C-30B7-42CC-9863-7AE4342414A4}" type="sibTrans" cxnId="{78D696BE-2EF0-4FC0-B598-9591019A8AAD}">
      <dgm:prSet/>
      <dgm:spPr/>
      <dgm:t>
        <a:bodyPr/>
        <a:lstStyle/>
        <a:p>
          <a:pPr latinLnBrk="1"/>
          <a:endParaRPr lang="ko-KR" altLang="en-US"/>
        </a:p>
      </dgm:t>
    </dgm:pt>
    <dgm:pt modelId="{DEBC5689-382B-4125-A9E0-766BFF062055}">
      <dgm:prSet custT="1"/>
      <dgm:spPr/>
      <dgm:t>
        <a:bodyPr/>
        <a:lstStyle/>
        <a:p>
          <a:pPr rtl="0" latinLnBrk="1"/>
          <a:r>
            <a:rPr lang="ko-KR" altLang="en-US" sz="1600" b="1" dirty="0"/>
            <a:t>위경도 검색기능</a:t>
          </a:r>
          <a:endParaRPr lang="ko-KR" sz="1600" b="1" dirty="0"/>
        </a:p>
      </dgm:t>
    </dgm:pt>
    <dgm:pt modelId="{3E444F3E-1ABF-4957-ADC9-153E65F541F3}" type="parTrans" cxnId="{4FE7E13C-5701-454D-A624-8C47A8EB6E57}">
      <dgm:prSet/>
      <dgm:spPr/>
      <dgm:t>
        <a:bodyPr/>
        <a:lstStyle/>
        <a:p>
          <a:pPr latinLnBrk="1"/>
          <a:endParaRPr lang="ko-KR" altLang="en-US"/>
        </a:p>
      </dgm:t>
    </dgm:pt>
    <dgm:pt modelId="{AC590699-A069-457D-B3C1-6D8CBABFB818}" type="sibTrans" cxnId="{4FE7E13C-5701-454D-A624-8C47A8EB6E57}">
      <dgm:prSet/>
      <dgm:spPr/>
      <dgm:t>
        <a:bodyPr/>
        <a:lstStyle/>
        <a:p>
          <a:pPr latinLnBrk="1"/>
          <a:endParaRPr lang="ko-KR" altLang="en-US"/>
        </a:p>
      </dgm:t>
    </dgm:pt>
    <dgm:pt modelId="{B1F08060-7408-493B-B58A-26D5D6A29338}" type="pres">
      <dgm:prSet presAssocID="{8B21CEE4-B6EA-44AF-B7B3-C27AA24187C1}" presName="linear" presStyleCnt="0">
        <dgm:presLayoutVars>
          <dgm:animLvl val="lvl"/>
          <dgm:resizeHandles val="exact"/>
        </dgm:presLayoutVars>
      </dgm:prSet>
      <dgm:spPr/>
    </dgm:pt>
    <dgm:pt modelId="{E8ED343A-92D7-4F1D-B6DC-401F7CF12468}" type="pres">
      <dgm:prSet presAssocID="{9F10BA66-5161-439E-B46F-094870209DE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3481E6A-DED8-4EF5-8AB2-AE2A91C03842}" type="pres">
      <dgm:prSet presAssocID="{9F10BA66-5161-439E-B46F-094870209DE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3416E04-AE66-4943-AC9D-60C16EEC786A}" type="presOf" srcId="{3E634C69-9312-4F86-B581-D669D72A695C}" destId="{C3481E6A-DED8-4EF5-8AB2-AE2A91C03842}" srcOrd="0" destOrd="2" presId="urn:microsoft.com/office/officeart/2005/8/layout/vList2"/>
    <dgm:cxn modelId="{0902590B-7128-4DD8-82EA-B1B362DC86B9}" type="presOf" srcId="{9F10BA66-5161-439E-B46F-094870209DE8}" destId="{E8ED343A-92D7-4F1D-B6DC-401F7CF12468}" srcOrd="0" destOrd="0" presId="urn:microsoft.com/office/officeart/2005/8/layout/vList2"/>
    <dgm:cxn modelId="{1D76A713-6640-43FF-9D6A-5A8C9CB4B4A3}" type="presOf" srcId="{8B21CEE4-B6EA-44AF-B7B3-C27AA24187C1}" destId="{B1F08060-7408-493B-B58A-26D5D6A29338}" srcOrd="0" destOrd="0" presId="urn:microsoft.com/office/officeart/2005/8/layout/vList2"/>
    <dgm:cxn modelId="{05172A2D-F29B-4D69-9F50-B48A48E75756}" srcId="{9F10BA66-5161-439E-B46F-094870209DE8}" destId="{04BDC05A-9740-44D7-82AD-1776E600BA0B}" srcOrd="0" destOrd="0" parTransId="{C72034DD-CEC2-49DB-B2F1-E4C961BCA27D}" sibTransId="{6E628927-14B1-4B8B-8CBE-4A555C4011BA}"/>
    <dgm:cxn modelId="{4FE7E13C-5701-454D-A624-8C47A8EB6E57}" srcId="{9F10BA66-5161-439E-B46F-094870209DE8}" destId="{DEBC5689-382B-4125-A9E0-766BFF062055}" srcOrd="3" destOrd="0" parTransId="{3E444F3E-1ABF-4957-ADC9-153E65F541F3}" sibTransId="{AC590699-A069-457D-B3C1-6D8CBABFB818}"/>
    <dgm:cxn modelId="{D9374F66-9F98-4A7F-B574-8E7D2FBEB161}" type="presOf" srcId="{04BDC05A-9740-44D7-82AD-1776E600BA0B}" destId="{C3481E6A-DED8-4EF5-8AB2-AE2A91C03842}" srcOrd="0" destOrd="0" presId="urn:microsoft.com/office/officeart/2005/8/layout/vList2"/>
    <dgm:cxn modelId="{8595D568-8A2A-4338-8CC4-213F2891669E}" type="presOf" srcId="{DEBC5689-382B-4125-A9E0-766BFF062055}" destId="{C3481E6A-DED8-4EF5-8AB2-AE2A91C03842}" srcOrd="0" destOrd="3" presId="urn:microsoft.com/office/officeart/2005/8/layout/vList2"/>
    <dgm:cxn modelId="{25FF4E54-9ACA-44AD-A7C2-7931CAFA972F}" srcId="{8B21CEE4-B6EA-44AF-B7B3-C27AA24187C1}" destId="{9F10BA66-5161-439E-B46F-094870209DE8}" srcOrd="0" destOrd="0" parTransId="{20805D97-F6C5-4B95-A744-4E7AF096F2D5}" sibTransId="{6E61FC9F-7C12-4C4D-9A7A-885DF7CD810F}"/>
    <dgm:cxn modelId="{78D696BE-2EF0-4FC0-B598-9591019A8AAD}" srcId="{9F10BA66-5161-439E-B46F-094870209DE8}" destId="{3E634C69-9312-4F86-B581-D669D72A695C}" srcOrd="2" destOrd="0" parTransId="{3C7DBECF-384C-46A4-8BFD-C74E968BC1A7}" sibTransId="{4CE6D03C-30B7-42CC-9863-7AE4342414A4}"/>
    <dgm:cxn modelId="{EA3E42DA-694B-4FE4-9E9A-D817B7AFDF29}" srcId="{9F10BA66-5161-439E-B46F-094870209DE8}" destId="{0D18D763-3A61-4912-AA81-320AD3F20DF8}" srcOrd="1" destOrd="0" parTransId="{48CB3AF5-5291-473D-8D08-1FEA134088E0}" sibTransId="{8CD352DB-F049-4DE8-AF04-71881034E6F2}"/>
    <dgm:cxn modelId="{246EF3E7-3A64-4674-AB31-D26E3B628A40}" type="presOf" srcId="{0D18D763-3A61-4912-AA81-320AD3F20DF8}" destId="{C3481E6A-DED8-4EF5-8AB2-AE2A91C03842}" srcOrd="0" destOrd="1" presId="urn:microsoft.com/office/officeart/2005/8/layout/vList2"/>
    <dgm:cxn modelId="{2BFB6F02-9729-4330-B806-7CD1EE3CED08}" type="presParOf" srcId="{B1F08060-7408-493B-B58A-26D5D6A29338}" destId="{E8ED343A-92D7-4F1D-B6DC-401F7CF12468}" srcOrd="0" destOrd="0" presId="urn:microsoft.com/office/officeart/2005/8/layout/vList2"/>
    <dgm:cxn modelId="{004FA065-5317-4CA2-AE73-6DB9339382EC}" type="presParOf" srcId="{B1F08060-7408-493B-B58A-26D5D6A29338}" destId="{C3481E6A-DED8-4EF5-8AB2-AE2A91C0384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21CEE4-B6EA-44AF-B7B3-C27AA24187C1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9F10BA66-5161-439E-B46F-094870209DE8}">
      <dgm:prSet custT="1"/>
      <dgm:spPr/>
      <dgm:t>
        <a:bodyPr/>
        <a:lstStyle/>
        <a:p>
          <a:pPr rtl="0" latinLnBrk="1"/>
          <a:r>
            <a:rPr lang="en-US" sz="1600" b="1" dirty="0"/>
            <a:t>1. </a:t>
          </a:r>
          <a:r>
            <a:rPr lang="ko-KR" altLang="en-US" sz="1600" b="1" dirty="0"/>
            <a:t>지역 선택 </a:t>
          </a:r>
          <a:r>
            <a:rPr lang="ko-KR" sz="1600" b="1" dirty="0"/>
            <a:t>영역</a:t>
          </a:r>
        </a:p>
      </dgm:t>
    </dgm:pt>
    <dgm:pt modelId="{20805D97-F6C5-4B95-A744-4E7AF096F2D5}" type="par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6E61FC9F-7C12-4C4D-9A7A-885DF7CD810F}" type="sib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2BF45C17-DF01-4726-A8F6-DE40E1482E66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전국</a:t>
          </a:r>
          <a:r>
            <a:rPr lang="en-US" altLang="ko-KR" sz="1400" dirty="0"/>
            <a:t>/</a:t>
          </a:r>
          <a:r>
            <a:rPr lang="ko-KR" altLang="en-US" sz="1400" dirty="0"/>
            <a:t>전라도</a:t>
          </a:r>
          <a:r>
            <a:rPr lang="en-US" altLang="ko-KR" sz="1400" dirty="0"/>
            <a:t>/</a:t>
          </a:r>
          <a:r>
            <a:rPr lang="ko-KR" altLang="en-US" sz="1400" dirty="0"/>
            <a:t>경상도</a:t>
          </a:r>
          <a:r>
            <a:rPr lang="en-US" altLang="ko-KR" sz="1400" dirty="0"/>
            <a:t>/</a:t>
          </a:r>
          <a:r>
            <a:rPr lang="ko-KR" altLang="en-US" sz="1400" dirty="0"/>
            <a:t>충청도</a:t>
          </a:r>
          <a:r>
            <a:rPr lang="en-US" altLang="ko-KR" sz="1400" dirty="0"/>
            <a:t>/</a:t>
          </a:r>
          <a:r>
            <a:rPr lang="ko-KR" altLang="en-US" sz="1400" dirty="0"/>
            <a:t>강원도</a:t>
          </a:r>
          <a:r>
            <a:rPr lang="en-US" altLang="ko-KR" sz="1400" dirty="0"/>
            <a:t>/</a:t>
          </a:r>
          <a:r>
            <a:rPr lang="ko-KR" altLang="en-US" sz="1400" dirty="0"/>
            <a:t>경기도</a:t>
          </a:r>
          <a:r>
            <a:rPr lang="en-US" altLang="ko-KR" sz="1400" dirty="0"/>
            <a:t>/</a:t>
          </a:r>
          <a:r>
            <a:rPr lang="ko-KR" altLang="en-US" sz="1400" dirty="0"/>
            <a:t>인천</a:t>
          </a:r>
          <a:r>
            <a:rPr lang="en-US" altLang="ko-KR" sz="1400" dirty="0"/>
            <a:t>/</a:t>
          </a:r>
          <a:r>
            <a:rPr lang="ko-KR" altLang="en-US" sz="1400" dirty="0"/>
            <a:t>제주 지역 표출</a:t>
          </a:r>
          <a:endParaRPr lang="ko-KR" sz="1400" dirty="0"/>
        </a:p>
      </dgm:t>
    </dgm:pt>
    <dgm:pt modelId="{FFF2F253-A0AD-414D-9479-FFFA3910AC2A}" type="parTrans" cxnId="{3FD18E8B-05C7-4491-B162-D65EBB1EDEA1}">
      <dgm:prSet/>
      <dgm:spPr/>
      <dgm:t>
        <a:bodyPr/>
        <a:lstStyle/>
        <a:p>
          <a:pPr latinLnBrk="1"/>
          <a:endParaRPr lang="ko-KR" altLang="en-US"/>
        </a:p>
      </dgm:t>
    </dgm:pt>
    <dgm:pt modelId="{E46DF3DC-6859-4997-ADEF-47D60316AAD0}" type="sibTrans" cxnId="{3FD18E8B-05C7-4491-B162-D65EBB1EDEA1}">
      <dgm:prSet/>
      <dgm:spPr/>
      <dgm:t>
        <a:bodyPr/>
        <a:lstStyle/>
        <a:p>
          <a:pPr latinLnBrk="1"/>
          <a:endParaRPr lang="ko-KR" altLang="en-US"/>
        </a:p>
      </dgm:t>
    </dgm:pt>
    <dgm:pt modelId="{E751BDDF-1EAA-426E-BF96-99AAF4E6476B}">
      <dgm:prSet custT="1"/>
      <dgm:spPr/>
      <dgm:t>
        <a:bodyPr/>
        <a:lstStyle/>
        <a:p>
          <a:pPr rtl="0" latinLnBrk="1"/>
          <a:r>
            <a:rPr lang="en-US" sz="1400" b="1" dirty="0"/>
            <a:t>2. </a:t>
          </a:r>
          <a:r>
            <a:rPr lang="ko-KR" altLang="en-US" sz="1400" b="1" dirty="0"/>
            <a:t>장비 검색</a:t>
          </a:r>
          <a:r>
            <a:rPr lang="en-US" sz="1400" b="1" dirty="0"/>
            <a:t> </a:t>
          </a:r>
          <a:r>
            <a:rPr lang="ko-KR" sz="1400" b="1" dirty="0"/>
            <a:t>영역</a:t>
          </a:r>
        </a:p>
      </dgm:t>
    </dgm:pt>
    <dgm:pt modelId="{8900C900-0C21-4D52-80E7-DAA82B0402F1}" type="parTrans" cxnId="{D0007C5A-D69E-456A-A5B3-BE68D2A65594}">
      <dgm:prSet/>
      <dgm:spPr/>
      <dgm:t>
        <a:bodyPr/>
        <a:lstStyle/>
        <a:p>
          <a:pPr latinLnBrk="1"/>
          <a:endParaRPr lang="ko-KR" altLang="en-US"/>
        </a:p>
      </dgm:t>
    </dgm:pt>
    <dgm:pt modelId="{43FD233B-A39B-4A6E-8613-7AAFCFA4D725}" type="sibTrans" cxnId="{D0007C5A-D69E-456A-A5B3-BE68D2A65594}">
      <dgm:prSet/>
      <dgm:spPr/>
      <dgm:t>
        <a:bodyPr/>
        <a:lstStyle/>
        <a:p>
          <a:pPr latinLnBrk="1"/>
          <a:endParaRPr lang="ko-KR" altLang="en-US"/>
        </a:p>
      </dgm:t>
    </dgm:pt>
    <dgm:pt modelId="{B56FA5F6-0EC5-4534-8B64-F731ADDC1D11}">
      <dgm:prSet custT="1"/>
      <dgm:spPr/>
      <dgm:t>
        <a:bodyPr/>
        <a:lstStyle/>
        <a:p>
          <a:pPr rtl="0" latinLnBrk="1"/>
          <a:r>
            <a:rPr lang="ko-KR" altLang="en-US" sz="1400" dirty="0"/>
            <a:t>진행률그래프</a:t>
          </a:r>
          <a:r>
            <a:rPr lang="en-US" altLang="ko-KR" sz="1400" dirty="0"/>
            <a:t>(Progress Bar) </a:t>
          </a:r>
          <a:r>
            <a:rPr lang="ko-KR" altLang="en-US" sz="1400" dirty="0"/>
            <a:t>가 없어지면 데이터 자동갱신</a:t>
          </a:r>
          <a:r>
            <a:rPr lang="en-US" altLang="ko-KR" sz="1400" dirty="0"/>
            <a:t>(20</a:t>
          </a:r>
          <a:r>
            <a:rPr lang="ko-KR" altLang="en-US" sz="1400" dirty="0"/>
            <a:t>초</a:t>
          </a:r>
          <a:r>
            <a:rPr lang="en-US" altLang="ko-KR" sz="1400" dirty="0"/>
            <a:t>)</a:t>
          </a:r>
          <a:endParaRPr lang="ko-KR" sz="1400" dirty="0"/>
        </a:p>
      </dgm:t>
    </dgm:pt>
    <dgm:pt modelId="{CB757B84-D126-4F32-BC9B-CD37982E4F61}" type="parTrans" cxnId="{946F0C75-DFD6-4BED-B69E-1355FB3C3F43}">
      <dgm:prSet/>
      <dgm:spPr/>
      <dgm:t>
        <a:bodyPr/>
        <a:lstStyle/>
        <a:p>
          <a:pPr latinLnBrk="1"/>
          <a:endParaRPr lang="ko-KR" altLang="en-US"/>
        </a:p>
      </dgm:t>
    </dgm:pt>
    <dgm:pt modelId="{9F21BE2A-6A2C-43A1-8522-5C685DC3E29F}" type="sibTrans" cxnId="{946F0C75-DFD6-4BED-B69E-1355FB3C3F43}">
      <dgm:prSet/>
      <dgm:spPr/>
      <dgm:t>
        <a:bodyPr/>
        <a:lstStyle/>
        <a:p>
          <a:pPr latinLnBrk="1"/>
          <a:endParaRPr lang="ko-KR" altLang="en-US"/>
        </a:p>
      </dgm:t>
    </dgm:pt>
    <dgm:pt modelId="{C8470C1C-446D-4617-88E9-FDCD93886F8E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각 지역 클릭 시 상세 시</a:t>
          </a:r>
          <a:r>
            <a:rPr lang="en-US" altLang="ko-KR" sz="1400" dirty="0"/>
            <a:t>.</a:t>
          </a:r>
          <a:r>
            <a:rPr lang="ko-KR" altLang="en-US" sz="1400" dirty="0"/>
            <a:t>군</a:t>
          </a:r>
          <a:r>
            <a:rPr lang="en-US" altLang="ko-KR" sz="1400" dirty="0"/>
            <a:t>.</a:t>
          </a:r>
          <a:r>
            <a:rPr lang="ko-KR" altLang="en-US" sz="1400" dirty="0"/>
            <a:t>구 리스트 표출</a:t>
          </a:r>
          <a:br>
            <a:rPr lang="en-US" altLang="ko-KR" sz="1400" dirty="0"/>
          </a:br>
          <a:r>
            <a:rPr lang="en-US" altLang="ko-KR" sz="1400" dirty="0"/>
            <a:t>- </a:t>
          </a:r>
          <a:r>
            <a:rPr lang="ko-KR" altLang="en-US" sz="1400" dirty="0"/>
            <a:t>좌우로 </a:t>
          </a:r>
          <a:r>
            <a:rPr lang="ko-KR" altLang="en-US" sz="1400" dirty="0" err="1"/>
            <a:t>스와이프</a:t>
          </a:r>
          <a:r>
            <a:rPr lang="en-US" altLang="ko-KR" sz="1400" dirty="0"/>
            <a:t>(</a:t>
          </a:r>
          <a:r>
            <a:rPr lang="ko-KR" altLang="en-US" sz="1400" dirty="0"/>
            <a:t>스크롤</a:t>
          </a:r>
          <a:r>
            <a:rPr lang="en-US" altLang="ko-KR" sz="1400" dirty="0"/>
            <a:t>) </a:t>
          </a:r>
          <a:r>
            <a:rPr lang="ko-KR" altLang="en-US" sz="1400" dirty="0"/>
            <a:t>가능</a:t>
          </a:r>
          <a:endParaRPr lang="ko-KR" sz="1400" dirty="0"/>
        </a:p>
      </dgm:t>
    </dgm:pt>
    <dgm:pt modelId="{7DFE95DB-BFC1-400D-93FE-6BBD6D5CBE45}" type="parTrans" cxnId="{24EB28A6-F0F3-492E-B5DF-D47091D474B1}">
      <dgm:prSet/>
      <dgm:spPr/>
      <dgm:t>
        <a:bodyPr/>
        <a:lstStyle/>
        <a:p>
          <a:pPr latinLnBrk="1"/>
          <a:endParaRPr lang="ko-KR" altLang="en-US"/>
        </a:p>
      </dgm:t>
    </dgm:pt>
    <dgm:pt modelId="{8A2129EB-1681-4E57-BD2C-D07D343FDE5C}" type="sibTrans" cxnId="{24EB28A6-F0F3-492E-B5DF-D47091D474B1}">
      <dgm:prSet/>
      <dgm:spPr/>
      <dgm:t>
        <a:bodyPr/>
        <a:lstStyle/>
        <a:p>
          <a:pPr latinLnBrk="1"/>
          <a:endParaRPr lang="ko-KR" altLang="en-US"/>
        </a:p>
      </dgm:t>
    </dgm:pt>
    <dgm:pt modelId="{8086CCA3-67E3-433E-BEB7-33029DF57397}">
      <dgm:prSet custT="1"/>
      <dgm:spPr/>
      <dgm:t>
        <a:bodyPr/>
        <a:lstStyle/>
        <a:p>
          <a:pPr rtl="0" latinLnBrk="1">
            <a:lnSpc>
              <a:spcPct val="100000"/>
            </a:lnSpc>
          </a:pPr>
          <a:endParaRPr lang="ko-KR" sz="1400" dirty="0"/>
        </a:p>
      </dgm:t>
    </dgm:pt>
    <dgm:pt modelId="{8BECB6B0-65CC-4AC8-BB57-87EF20AE4828}" type="parTrans" cxnId="{9EC74BC8-313C-42AE-8E3B-CC2D0C5EAABF}">
      <dgm:prSet/>
      <dgm:spPr/>
      <dgm:t>
        <a:bodyPr/>
        <a:lstStyle/>
        <a:p>
          <a:pPr latinLnBrk="1"/>
          <a:endParaRPr lang="ko-KR" altLang="en-US"/>
        </a:p>
      </dgm:t>
    </dgm:pt>
    <dgm:pt modelId="{316AD334-DFC0-4E44-BE9F-8A35FA6BB1F7}" type="sibTrans" cxnId="{9EC74BC8-313C-42AE-8E3B-CC2D0C5EAABF}">
      <dgm:prSet/>
      <dgm:spPr/>
      <dgm:t>
        <a:bodyPr/>
        <a:lstStyle/>
        <a:p>
          <a:pPr latinLnBrk="1"/>
          <a:endParaRPr lang="ko-KR" altLang="en-US"/>
        </a:p>
      </dgm:t>
    </dgm:pt>
    <dgm:pt modelId="{F43B8ACD-A596-470D-AD0D-9E5046D6D5AF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지역검색 창에 클릭 또는 타이핑</a:t>
          </a:r>
          <a:r>
            <a:rPr lang="en-US" altLang="ko-KR" sz="1400" dirty="0"/>
            <a:t>(</a:t>
          </a:r>
          <a:r>
            <a:rPr lang="ko-KR" altLang="en-US" sz="1400" dirty="0"/>
            <a:t>입력</a:t>
          </a:r>
          <a:r>
            <a:rPr lang="en-US" altLang="ko-KR" sz="1400" dirty="0"/>
            <a:t>)</a:t>
          </a:r>
          <a:r>
            <a:rPr lang="ko-KR" altLang="en-US" sz="1400" dirty="0"/>
            <a:t>으로 특정지역 검색 가능</a:t>
          </a:r>
          <a:endParaRPr lang="ko-KR" sz="1400" dirty="0"/>
        </a:p>
      </dgm:t>
    </dgm:pt>
    <dgm:pt modelId="{CCB37578-631D-42C7-81C4-0290A45E5F39}" type="parTrans" cxnId="{18D0DCB4-190A-4135-AD03-D976B4EB3C45}">
      <dgm:prSet/>
      <dgm:spPr/>
      <dgm:t>
        <a:bodyPr/>
        <a:lstStyle/>
        <a:p>
          <a:pPr latinLnBrk="1"/>
          <a:endParaRPr lang="ko-KR" altLang="en-US"/>
        </a:p>
      </dgm:t>
    </dgm:pt>
    <dgm:pt modelId="{98DDEC74-B69A-4719-AB45-AEE2BCDF986A}" type="sibTrans" cxnId="{18D0DCB4-190A-4135-AD03-D976B4EB3C45}">
      <dgm:prSet/>
      <dgm:spPr/>
      <dgm:t>
        <a:bodyPr/>
        <a:lstStyle/>
        <a:p>
          <a:pPr latinLnBrk="1"/>
          <a:endParaRPr lang="ko-KR" altLang="en-US"/>
        </a:p>
      </dgm:t>
    </dgm:pt>
    <dgm:pt modelId="{3F5E3B6C-1015-42A1-8077-7ECE2F7B7385}">
      <dgm:prSet custT="1"/>
      <dgm:spPr/>
      <dgm:t>
        <a:bodyPr/>
        <a:lstStyle/>
        <a:p>
          <a:pPr rtl="0" latinLnBrk="1"/>
          <a:r>
            <a:rPr lang="ko-KR" altLang="en-US" sz="1400" dirty="0"/>
            <a:t>장비검색 창에서 장비명칭으로 검색 가능</a:t>
          </a:r>
          <a:endParaRPr lang="ko-KR" sz="1400" dirty="0"/>
        </a:p>
      </dgm:t>
    </dgm:pt>
    <dgm:pt modelId="{76EA1BD5-5B0C-41AA-80A0-DBCD1ECF2234}" type="parTrans" cxnId="{58AA64B1-2A06-437C-9033-A04EE2EF0FB5}">
      <dgm:prSet/>
      <dgm:spPr/>
      <dgm:t>
        <a:bodyPr/>
        <a:lstStyle/>
        <a:p>
          <a:pPr latinLnBrk="1"/>
          <a:endParaRPr lang="ko-KR" altLang="en-US"/>
        </a:p>
      </dgm:t>
    </dgm:pt>
    <dgm:pt modelId="{155A00F2-E650-4F3A-B58D-C778B046A74E}" type="sibTrans" cxnId="{58AA64B1-2A06-437C-9033-A04EE2EF0FB5}">
      <dgm:prSet/>
      <dgm:spPr/>
      <dgm:t>
        <a:bodyPr/>
        <a:lstStyle/>
        <a:p>
          <a:pPr latinLnBrk="1"/>
          <a:endParaRPr lang="ko-KR" altLang="en-US"/>
        </a:p>
      </dgm:t>
    </dgm:pt>
    <dgm:pt modelId="{9B6EDD16-F123-4AB3-A419-F20AD8178AEE}">
      <dgm:prSet custT="1"/>
      <dgm:spPr/>
      <dgm:t>
        <a:bodyPr/>
        <a:lstStyle/>
        <a:p>
          <a:pPr rtl="0" latinLnBrk="1"/>
          <a:r>
            <a:rPr lang="en-US" altLang="ko-KR" sz="1400" dirty="0"/>
            <a:t>“</a:t>
          </a:r>
          <a:r>
            <a:rPr lang="ko-KR" altLang="en-US" sz="1400" dirty="0"/>
            <a:t>장비목록</a:t>
          </a:r>
          <a:r>
            <a:rPr lang="en-US" altLang="ko-KR" sz="1400" dirty="0"/>
            <a:t>” </a:t>
          </a:r>
          <a:r>
            <a:rPr lang="ko-KR" altLang="en-US" sz="1400" dirty="0"/>
            <a:t>클릭 시 즉시 데이터 갱신</a:t>
          </a:r>
          <a:endParaRPr lang="ko-KR" sz="1400" dirty="0"/>
        </a:p>
      </dgm:t>
    </dgm:pt>
    <dgm:pt modelId="{7768D805-3780-41D9-940F-A9DB77DC3601}" type="parTrans" cxnId="{5642AD90-4355-495C-8A69-21C363BB4C40}">
      <dgm:prSet/>
      <dgm:spPr/>
      <dgm:t>
        <a:bodyPr/>
        <a:lstStyle/>
        <a:p>
          <a:pPr latinLnBrk="1"/>
          <a:endParaRPr lang="ko-KR" altLang="en-US"/>
        </a:p>
      </dgm:t>
    </dgm:pt>
    <dgm:pt modelId="{37834CF1-B12F-490B-A99D-E273CE63E507}" type="sibTrans" cxnId="{5642AD90-4355-495C-8A69-21C363BB4C40}">
      <dgm:prSet/>
      <dgm:spPr/>
      <dgm:t>
        <a:bodyPr/>
        <a:lstStyle/>
        <a:p>
          <a:pPr latinLnBrk="1"/>
          <a:endParaRPr lang="ko-KR" altLang="en-US"/>
        </a:p>
      </dgm:t>
    </dgm:pt>
    <dgm:pt modelId="{B1F08060-7408-493B-B58A-26D5D6A29338}" type="pres">
      <dgm:prSet presAssocID="{8B21CEE4-B6EA-44AF-B7B3-C27AA24187C1}" presName="linear" presStyleCnt="0">
        <dgm:presLayoutVars>
          <dgm:animLvl val="lvl"/>
          <dgm:resizeHandles val="exact"/>
        </dgm:presLayoutVars>
      </dgm:prSet>
      <dgm:spPr/>
    </dgm:pt>
    <dgm:pt modelId="{E8ED343A-92D7-4F1D-B6DC-401F7CF12468}" type="pres">
      <dgm:prSet presAssocID="{9F10BA66-5161-439E-B46F-094870209DE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A65DF0-6C42-411F-A6DA-AF48C5444EA3}" type="pres">
      <dgm:prSet presAssocID="{9F10BA66-5161-439E-B46F-094870209DE8}" presName="childText" presStyleLbl="revTx" presStyleIdx="0" presStyleCnt="2">
        <dgm:presLayoutVars>
          <dgm:bulletEnabled val="1"/>
        </dgm:presLayoutVars>
      </dgm:prSet>
      <dgm:spPr/>
    </dgm:pt>
    <dgm:pt modelId="{9F2429FE-27CA-44B8-8C1C-EDA8B4632843}" type="pres">
      <dgm:prSet presAssocID="{E751BDDF-1EAA-426E-BF96-99AAF4E6476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43AACE3-0DA6-40C0-BD93-4DF5968EEFC8}" type="pres">
      <dgm:prSet presAssocID="{E751BDDF-1EAA-426E-BF96-99AAF4E6476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A7D7909-6EC4-43CE-BC00-0AFAEFB90989}" type="presOf" srcId="{8086CCA3-67E3-433E-BEB7-33029DF57397}" destId="{42A65DF0-6C42-411F-A6DA-AF48C5444EA3}" srcOrd="0" destOrd="3" presId="urn:microsoft.com/office/officeart/2005/8/layout/vList2"/>
    <dgm:cxn modelId="{F967A10B-B3A2-409E-AFC7-AD51D6A80EFA}" type="presOf" srcId="{2BF45C17-DF01-4726-A8F6-DE40E1482E66}" destId="{42A65DF0-6C42-411F-A6DA-AF48C5444EA3}" srcOrd="0" destOrd="0" presId="urn:microsoft.com/office/officeart/2005/8/layout/vList2"/>
    <dgm:cxn modelId="{1D76A713-6640-43FF-9D6A-5A8C9CB4B4A3}" type="presOf" srcId="{8B21CEE4-B6EA-44AF-B7B3-C27AA24187C1}" destId="{B1F08060-7408-493B-B58A-26D5D6A29338}" srcOrd="0" destOrd="0" presId="urn:microsoft.com/office/officeart/2005/8/layout/vList2"/>
    <dgm:cxn modelId="{321F4B21-565B-4ACF-9CEE-CA2319E5A093}" type="presOf" srcId="{C8470C1C-446D-4617-88E9-FDCD93886F8E}" destId="{42A65DF0-6C42-411F-A6DA-AF48C5444EA3}" srcOrd="0" destOrd="1" presId="urn:microsoft.com/office/officeart/2005/8/layout/vList2"/>
    <dgm:cxn modelId="{AA3C5023-946C-4CDD-BBBD-EE1218EF3732}" type="presOf" srcId="{E751BDDF-1EAA-426E-BF96-99AAF4E6476B}" destId="{9F2429FE-27CA-44B8-8C1C-EDA8B4632843}" srcOrd="0" destOrd="0" presId="urn:microsoft.com/office/officeart/2005/8/layout/vList2"/>
    <dgm:cxn modelId="{1C297B49-7973-4FF7-9151-32AF0F56E945}" type="presOf" srcId="{F43B8ACD-A596-470D-AD0D-9E5046D6D5AF}" destId="{42A65DF0-6C42-411F-A6DA-AF48C5444EA3}" srcOrd="0" destOrd="2" presId="urn:microsoft.com/office/officeart/2005/8/layout/vList2"/>
    <dgm:cxn modelId="{25FF4E54-9ACA-44AD-A7C2-7931CAFA972F}" srcId="{8B21CEE4-B6EA-44AF-B7B3-C27AA24187C1}" destId="{9F10BA66-5161-439E-B46F-094870209DE8}" srcOrd="0" destOrd="0" parTransId="{20805D97-F6C5-4B95-A744-4E7AF096F2D5}" sibTransId="{6E61FC9F-7C12-4C4D-9A7A-885DF7CD810F}"/>
    <dgm:cxn modelId="{5780BF54-D12A-45E6-98E8-322464C8C4B2}" type="presOf" srcId="{3F5E3B6C-1015-42A1-8077-7ECE2F7B7385}" destId="{443AACE3-0DA6-40C0-BD93-4DF5968EEFC8}" srcOrd="0" destOrd="2" presId="urn:microsoft.com/office/officeart/2005/8/layout/vList2"/>
    <dgm:cxn modelId="{946F0C75-DFD6-4BED-B69E-1355FB3C3F43}" srcId="{E751BDDF-1EAA-426E-BF96-99AAF4E6476B}" destId="{B56FA5F6-0EC5-4534-8B64-F731ADDC1D11}" srcOrd="0" destOrd="0" parTransId="{CB757B84-D126-4F32-BC9B-CD37982E4F61}" sibTransId="{9F21BE2A-6A2C-43A1-8522-5C685DC3E29F}"/>
    <dgm:cxn modelId="{D0007C5A-D69E-456A-A5B3-BE68D2A65594}" srcId="{8B21CEE4-B6EA-44AF-B7B3-C27AA24187C1}" destId="{E751BDDF-1EAA-426E-BF96-99AAF4E6476B}" srcOrd="1" destOrd="0" parTransId="{8900C900-0C21-4D52-80E7-DAA82B0402F1}" sibTransId="{43FD233B-A39B-4A6E-8613-7AAFCFA4D725}"/>
    <dgm:cxn modelId="{A03BAA89-6A72-4C47-B5AB-5A1CCCEB3212}" type="presOf" srcId="{9F10BA66-5161-439E-B46F-094870209DE8}" destId="{E8ED343A-92D7-4F1D-B6DC-401F7CF12468}" srcOrd="0" destOrd="0" presId="urn:microsoft.com/office/officeart/2005/8/layout/vList2"/>
    <dgm:cxn modelId="{3FD18E8B-05C7-4491-B162-D65EBB1EDEA1}" srcId="{9F10BA66-5161-439E-B46F-094870209DE8}" destId="{2BF45C17-DF01-4726-A8F6-DE40E1482E66}" srcOrd="0" destOrd="0" parTransId="{FFF2F253-A0AD-414D-9479-FFFA3910AC2A}" sibTransId="{E46DF3DC-6859-4997-ADEF-47D60316AAD0}"/>
    <dgm:cxn modelId="{5642AD90-4355-495C-8A69-21C363BB4C40}" srcId="{E751BDDF-1EAA-426E-BF96-99AAF4E6476B}" destId="{9B6EDD16-F123-4AB3-A419-F20AD8178AEE}" srcOrd="1" destOrd="0" parTransId="{7768D805-3780-41D9-940F-A9DB77DC3601}" sibTransId="{37834CF1-B12F-490B-A99D-E273CE63E507}"/>
    <dgm:cxn modelId="{24EB28A6-F0F3-492E-B5DF-D47091D474B1}" srcId="{9F10BA66-5161-439E-B46F-094870209DE8}" destId="{C8470C1C-446D-4617-88E9-FDCD93886F8E}" srcOrd="1" destOrd="0" parTransId="{7DFE95DB-BFC1-400D-93FE-6BBD6D5CBE45}" sibTransId="{8A2129EB-1681-4E57-BD2C-D07D343FDE5C}"/>
    <dgm:cxn modelId="{58AA64B1-2A06-437C-9033-A04EE2EF0FB5}" srcId="{E751BDDF-1EAA-426E-BF96-99AAF4E6476B}" destId="{3F5E3B6C-1015-42A1-8077-7ECE2F7B7385}" srcOrd="2" destOrd="0" parTransId="{76EA1BD5-5B0C-41AA-80A0-DBCD1ECF2234}" sibTransId="{155A00F2-E650-4F3A-B58D-C778B046A74E}"/>
    <dgm:cxn modelId="{1E0BD3B1-9EC9-4D33-ACE7-6E632604EC33}" type="presOf" srcId="{9B6EDD16-F123-4AB3-A419-F20AD8178AEE}" destId="{443AACE3-0DA6-40C0-BD93-4DF5968EEFC8}" srcOrd="0" destOrd="1" presId="urn:microsoft.com/office/officeart/2005/8/layout/vList2"/>
    <dgm:cxn modelId="{18D0DCB4-190A-4135-AD03-D976B4EB3C45}" srcId="{9F10BA66-5161-439E-B46F-094870209DE8}" destId="{F43B8ACD-A596-470D-AD0D-9E5046D6D5AF}" srcOrd="2" destOrd="0" parTransId="{CCB37578-631D-42C7-81C4-0290A45E5F39}" sibTransId="{98DDEC74-B69A-4719-AB45-AEE2BCDF986A}"/>
    <dgm:cxn modelId="{9EC74BC8-313C-42AE-8E3B-CC2D0C5EAABF}" srcId="{9F10BA66-5161-439E-B46F-094870209DE8}" destId="{8086CCA3-67E3-433E-BEB7-33029DF57397}" srcOrd="3" destOrd="0" parTransId="{8BECB6B0-65CC-4AC8-BB57-87EF20AE4828}" sibTransId="{316AD334-DFC0-4E44-BE9F-8A35FA6BB1F7}"/>
    <dgm:cxn modelId="{708B78CC-1B24-4A72-AE73-D32A88D09779}" type="presOf" srcId="{B56FA5F6-0EC5-4534-8B64-F731ADDC1D11}" destId="{443AACE3-0DA6-40C0-BD93-4DF5968EEFC8}" srcOrd="0" destOrd="0" presId="urn:microsoft.com/office/officeart/2005/8/layout/vList2"/>
    <dgm:cxn modelId="{D7DEAB50-3929-4962-8E15-A9462E3D7801}" type="presParOf" srcId="{B1F08060-7408-493B-B58A-26D5D6A29338}" destId="{E8ED343A-92D7-4F1D-B6DC-401F7CF12468}" srcOrd="0" destOrd="0" presId="urn:microsoft.com/office/officeart/2005/8/layout/vList2"/>
    <dgm:cxn modelId="{5955125C-BCF1-41BE-B60A-CF896BDA7E66}" type="presParOf" srcId="{B1F08060-7408-493B-B58A-26D5D6A29338}" destId="{42A65DF0-6C42-411F-A6DA-AF48C5444EA3}" srcOrd="1" destOrd="0" presId="urn:microsoft.com/office/officeart/2005/8/layout/vList2"/>
    <dgm:cxn modelId="{1F7AAC58-A171-447F-8349-A5387C6A947C}" type="presParOf" srcId="{B1F08060-7408-493B-B58A-26D5D6A29338}" destId="{9F2429FE-27CA-44B8-8C1C-EDA8B4632843}" srcOrd="2" destOrd="0" presId="urn:microsoft.com/office/officeart/2005/8/layout/vList2"/>
    <dgm:cxn modelId="{F2353ACB-5338-4AD4-BD7A-1BCBDB3DF291}" type="presParOf" srcId="{B1F08060-7408-493B-B58A-26D5D6A29338}" destId="{443AACE3-0DA6-40C0-BD93-4DF5968EEFC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21CEE4-B6EA-44AF-B7B3-C27AA24187C1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5DF1D2ED-5CB1-436D-ADBB-FAA9FE6EE2D9}">
      <dgm:prSet/>
      <dgm:spPr/>
      <dgm:t>
        <a:bodyPr/>
        <a:lstStyle/>
        <a:p>
          <a:pPr rtl="0" latinLnBrk="1"/>
          <a:r>
            <a:rPr lang="en-US" altLang="ko-KR" dirty="0"/>
            <a:t>3. </a:t>
          </a:r>
          <a:r>
            <a:rPr lang="ko-KR" altLang="en-US" dirty="0"/>
            <a:t>모니터링 영역</a:t>
          </a:r>
          <a:endParaRPr lang="ko-KR" dirty="0"/>
        </a:p>
      </dgm:t>
    </dgm:pt>
    <dgm:pt modelId="{32F25D6D-F3CD-4A51-85C1-4DD9399F21DE}" type="parTrans" cxnId="{498B9263-BE6B-4D56-9C3A-27EF67C9267E}">
      <dgm:prSet/>
      <dgm:spPr/>
      <dgm:t>
        <a:bodyPr/>
        <a:lstStyle/>
        <a:p>
          <a:pPr latinLnBrk="1"/>
          <a:endParaRPr lang="ko-KR" altLang="en-US"/>
        </a:p>
      </dgm:t>
    </dgm:pt>
    <dgm:pt modelId="{9F7B6CCF-B959-47B0-9AE7-CDA5A4E60D02}" type="sibTrans" cxnId="{498B9263-BE6B-4D56-9C3A-27EF67C9267E}">
      <dgm:prSet/>
      <dgm:spPr/>
      <dgm:t>
        <a:bodyPr/>
        <a:lstStyle/>
        <a:p>
          <a:pPr latinLnBrk="1"/>
          <a:endParaRPr lang="ko-KR" altLang="en-US"/>
        </a:p>
      </dgm:t>
    </dgm:pt>
    <dgm:pt modelId="{9A238A71-563B-4C0D-8659-015C013EE0F4}">
      <dgm:prSet/>
      <dgm:spPr/>
      <dgm:t>
        <a:bodyPr/>
        <a:lstStyle/>
        <a:p>
          <a:pPr rtl="0" latinLnBrk="1"/>
          <a:r>
            <a:rPr lang="ko-KR" altLang="en-US" dirty="0"/>
            <a:t>지역 </a:t>
          </a:r>
          <a:r>
            <a:rPr lang="en-US" altLang="ko-KR" dirty="0"/>
            <a:t>/ </a:t>
          </a:r>
          <a:r>
            <a:rPr lang="ko-KR" altLang="en-US" dirty="0"/>
            <a:t>종류 </a:t>
          </a:r>
          <a:r>
            <a:rPr lang="en-US" altLang="ko-KR" dirty="0"/>
            <a:t>/ </a:t>
          </a:r>
          <a:r>
            <a:rPr lang="ko-KR" altLang="en-US" dirty="0" err="1"/>
            <a:t>장비명</a:t>
          </a:r>
          <a:r>
            <a:rPr lang="ko-KR" altLang="en-US" dirty="0"/>
            <a:t> </a:t>
          </a:r>
          <a:r>
            <a:rPr lang="en-US" altLang="ko-KR" dirty="0"/>
            <a:t>/ </a:t>
          </a:r>
          <a:r>
            <a:rPr lang="ko-KR" altLang="en-US" dirty="0"/>
            <a:t>상태 </a:t>
          </a:r>
          <a:r>
            <a:rPr lang="en-US" altLang="ko-KR" dirty="0"/>
            <a:t>/ </a:t>
          </a:r>
          <a:r>
            <a:rPr lang="ko-KR" altLang="en-US" dirty="0"/>
            <a:t>데이터 표출</a:t>
          </a:r>
          <a:endParaRPr lang="ko-KR" dirty="0"/>
        </a:p>
      </dgm:t>
    </dgm:pt>
    <dgm:pt modelId="{1D2B1D95-D399-4844-AB70-3F1010A21619}" type="parTrans" cxnId="{F5283A49-9D02-4F05-8B29-E5FE07AC4759}">
      <dgm:prSet/>
      <dgm:spPr/>
      <dgm:t>
        <a:bodyPr/>
        <a:lstStyle/>
        <a:p>
          <a:pPr latinLnBrk="1"/>
          <a:endParaRPr lang="ko-KR" altLang="en-US"/>
        </a:p>
      </dgm:t>
    </dgm:pt>
    <dgm:pt modelId="{FB68158F-C9A8-43BB-8EC4-A62183CFEB16}" type="sibTrans" cxnId="{F5283A49-9D02-4F05-8B29-E5FE07AC4759}">
      <dgm:prSet/>
      <dgm:spPr/>
      <dgm:t>
        <a:bodyPr/>
        <a:lstStyle/>
        <a:p>
          <a:pPr latinLnBrk="1"/>
          <a:endParaRPr lang="ko-KR" altLang="en-US"/>
        </a:p>
      </dgm:t>
    </dgm:pt>
    <dgm:pt modelId="{BFF6AF13-B1B8-4912-A24B-179F6675C7E3}">
      <dgm:prSet/>
      <dgm:spPr/>
      <dgm:t>
        <a:bodyPr/>
        <a:lstStyle/>
        <a:p>
          <a:pPr rtl="0" latinLnBrk="1"/>
          <a:r>
            <a:rPr lang="ko-KR" altLang="en-US" dirty="0"/>
            <a:t>강우 </a:t>
          </a:r>
          <a:r>
            <a:rPr lang="en-US" altLang="ko-KR" dirty="0"/>
            <a:t>: </a:t>
          </a:r>
          <a:r>
            <a:rPr lang="ko-KR" altLang="en-US" dirty="0"/>
            <a:t>금일 강우 </a:t>
          </a:r>
          <a:r>
            <a:rPr lang="en-US" altLang="ko-KR" dirty="0"/>
            <a:t>-.- mm / day</a:t>
          </a:r>
          <a:endParaRPr lang="ko-KR" dirty="0"/>
        </a:p>
      </dgm:t>
    </dgm:pt>
    <dgm:pt modelId="{BFE242DA-EB87-4B11-B744-D39C399FE883}" type="parTrans" cxnId="{CA599EA0-AB85-4C88-9C58-EE3C51A21456}">
      <dgm:prSet/>
      <dgm:spPr/>
      <dgm:t>
        <a:bodyPr/>
        <a:lstStyle/>
        <a:p>
          <a:pPr latinLnBrk="1"/>
          <a:endParaRPr lang="ko-KR" altLang="en-US"/>
        </a:p>
      </dgm:t>
    </dgm:pt>
    <dgm:pt modelId="{B1BC5D94-5755-4D29-BAD8-6B6F9A25002B}" type="sibTrans" cxnId="{CA599EA0-AB85-4C88-9C58-EE3C51A21456}">
      <dgm:prSet/>
      <dgm:spPr/>
      <dgm:t>
        <a:bodyPr/>
        <a:lstStyle/>
        <a:p>
          <a:pPr latinLnBrk="1"/>
          <a:endParaRPr lang="ko-KR" altLang="en-US"/>
        </a:p>
      </dgm:t>
    </dgm:pt>
    <dgm:pt modelId="{B905A4E0-05A5-4440-9B41-AED12D44CCD0}">
      <dgm:prSet/>
      <dgm:spPr/>
      <dgm:t>
        <a:bodyPr/>
        <a:lstStyle/>
        <a:p>
          <a:pPr rtl="0" latinLnBrk="1"/>
          <a:r>
            <a:rPr lang="ko-KR" altLang="en-US" dirty="0"/>
            <a:t>수위 </a:t>
          </a:r>
          <a:r>
            <a:rPr lang="en-US" altLang="ko-KR" dirty="0"/>
            <a:t>: </a:t>
          </a:r>
          <a:r>
            <a:rPr lang="ko-KR" altLang="en-US" dirty="0"/>
            <a:t>현재 수위 </a:t>
          </a:r>
          <a:r>
            <a:rPr lang="en-US" altLang="ko-KR" dirty="0"/>
            <a:t>-.--- M</a:t>
          </a:r>
          <a:endParaRPr lang="ko-KR" dirty="0"/>
        </a:p>
      </dgm:t>
    </dgm:pt>
    <dgm:pt modelId="{052FA094-B0C0-4BED-86CD-880F041EA6B0}" type="parTrans" cxnId="{80F6271F-68AE-4452-840B-4507ECCB207B}">
      <dgm:prSet/>
      <dgm:spPr/>
      <dgm:t>
        <a:bodyPr/>
        <a:lstStyle/>
        <a:p>
          <a:pPr latinLnBrk="1"/>
          <a:endParaRPr lang="ko-KR" altLang="en-US"/>
        </a:p>
      </dgm:t>
    </dgm:pt>
    <dgm:pt modelId="{96A12DA0-5D8B-4377-BC95-BFE49C5AB356}" type="sibTrans" cxnId="{80F6271F-68AE-4452-840B-4507ECCB207B}">
      <dgm:prSet/>
      <dgm:spPr/>
      <dgm:t>
        <a:bodyPr/>
        <a:lstStyle/>
        <a:p>
          <a:pPr latinLnBrk="1"/>
          <a:endParaRPr lang="ko-KR" altLang="en-US"/>
        </a:p>
      </dgm:t>
    </dgm:pt>
    <dgm:pt modelId="{BAD0CB08-9FF1-434D-B3A0-67556A6B062D}">
      <dgm:prSet/>
      <dgm:spPr/>
      <dgm:t>
        <a:bodyPr/>
        <a:lstStyle/>
        <a:p>
          <a:pPr rtl="0" latinLnBrk="1"/>
          <a:r>
            <a:rPr lang="ko-KR" altLang="en-US" dirty="0"/>
            <a:t>변위 </a:t>
          </a:r>
          <a:r>
            <a:rPr lang="en-US" altLang="ko-KR" dirty="0"/>
            <a:t>: </a:t>
          </a:r>
          <a:r>
            <a:rPr lang="ko-KR" altLang="en-US" dirty="0"/>
            <a:t>현재 변위 </a:t>
          </a:r>
          <a:r>
            <a:rPr lang="en-US" altLang="ko-KR" dirty="0"/>
            <a:t>--- mm</a:t>
          </a:r>
          <a:endParaRPr lang="ko-KR" dirty="0"/>
        </a:p>
      </dgm:t>
    </dgm:pt>
    <dgm:pt modelId="{7A1582F4-1FF3-4E43-B921-FBC8A547E2CA}" type="parTrans" cxnId="{5D22E9D7-0835-4AB5-B60A-E5CEC6435073}">
      <dgm:prSet/>
      <dgm:spPr/>
      <dgm:t>
        <a:bodyPr/>
        <a:lstStyle/>
        <a:p>
          <a:pPr latinLnBrk="1"/>
          <a:endParaRPr lang="ko-KR" altLang="en-US"/>
        </a:p>
      </dgm:t>
    </dgm:pt>
    <dgm:pt modelId="{34344706-A91B-446E-9717-18BEA2AF5962}" type="sibTrans" cxnId="{5D22E9D7-0835-4AB5-B60A-E5CEC6435073}">
      <dgm:prSet/>
      <dgm:spPr/>
      <dgm:t>
        <a:bodyPr/>
        <a:lstStyle/>
        <a:p>
          <a:pPr latinLnBrk="1"/>
          <a:endParaRPr lang="ko-KR" altLang="en-US"/>
        </a:p>
      </dgm:t>
    </dgm:pt>
    <dgm:pt modelId="{8A11E7B0-7179-49D3-9512-B90491853D1D}">
      <dgm:prSet/>
      <dgm:spPr/>
      <dgm:t>
        <a:bodyPr/>
        <a:lstStyle/>
        <a:p>
          <a:pPr rtl="0" latinLnBrk="1"/>
          <a:r>
            <a:rPr lang="ko-KR" altLang="en-US" dirty="0"/>
            <a:t>침수 </a:t>
          </a:r>
          <a:r>
            <a:rPr lang="en-US" altLang="ko-KR" dirty="0"/>
            <a:t>: </a:t>
          </a:r>
          <a:r>
            <a:rPr lang="ko-KR" altLang="en-US" dirty="0"/>
            <a:t>현재 침수 </a:t>
          </a:r>
          <a:r>
            <a:rPr lang="en-US" altLang="ko-KR" dirty="0"/>
            <a:t>--- / -.- cm</a:t>
          </a:r>
          <a:endParaRPr lang="ko-KR" dirty="0"/>
        </a:p>
      </dgm:t>
    </dgm:pt>
    <dgm:pt modelId="{0A88D5B4-3B19-4A68-A362-0110002754A3}" type="parTrans" cxnId="{DCA1A7F9-77F9-4113-97F8-38017CEA967D}">
      <dgm:prSet/>
      <dgm:spPr/>
      <dgm:t>
        <a:bodyPr/>
        <a:lstStyle/>
        <a:p>
          <a:pPr latinLnBrk="1"/>
          <a:endParaRPr lang="ko-KR" altLang="en-US"/>
        </a:p>
      </dgm:t>
    </dgm:pt>
    <dgm:pt modelId="{8CBB2DE5-2DD0-4295-8F0A-E03B7B68CB8E}" type="sibTrans" cxnId="{DCA1A7F9-77F9-4113-97F8-38017CEA967D}">
      <dgm:prSet/>
      <dgm:spPr/>
      <dgm:t>
        <a:bodyPr/>
        <a:lstStyle/>
        <a:p>
          <a:pPr latinLnBrk="1"/>
          <a:endParaRPr lang="ko-KR" altLang="en-US"/>
        </a:p>
      </dgm:t>
    </dgm:pt>
    <dgm:pt modelId="{086BB236-65D7-418D-BEB4-69C19676C4F4}">
      <dgm:prSet/>
      <dgm:spPr/>
      <dgm:t>
        <a:bodyPr/>
        <a:lstStyle/>
        <a:p>
          <a:pPr rtl="0" latinLnBrk="1"/>
          <a:r>
            <a:rPr lang="ko-KR" altLang="en-US" dirty="0"/>
            <a:t>전광판 </a:t>
          </a:r>
          <a:r>
            <a:rPr lang="en-US" altLang="ko-KR" dirty="0"/>
            <a:t>: </a:t>
          </a:r>
          <a:r>
            <a:rPr lang="ko-KR" altLang="en-US" dirty="0"/>
            <a:t>마지막 전송 멘트 </a:t>
          </a:r>
          <a:r>
            <a:rPr lang="en-US" altLang="ko-KR" dirty="0"/>
            <a:t>(</a:t>
          </a:r>
          <a:r>
            <a:rPr lang="ko-KR" altLang="en-US" dirty="0"/>
            <a:t>글자만 </a:t>
          </a:r>
          <a:r>
            <a:rPr lang="en-US" altLang="ko-KR" dirty="0"/>
            <a:t>&lt; </a:t>
          </a:r>
          <a:r>
            <a:rPr lang="ko-KR" altLang="en-US" dirty="0"/>
            <a:t>참고용</a:t>
          </a:r>
          <a:r>
            <a:rPr lang="en-US" altLang="ko-KR" dirty="0"/>
            <a:t>)</a:t>
          </a:r>
          <a:endParaRPr lang="ko-KR" dirty="0"/>
        </a:p>
      </dgm:t>
    </dgm:pt>
    <dgm:pt modelId="{4B89E6AB-B366-46F8-AAE3-4EF2A9EC3A21}" type="parTrans" cxnId="{83C35B1C-D5DA-4889-BB50-DAC631EE8BF3}">
      <dgm:prSet/>
      <dgm:spPr/>
      <dgm:t>
        <a:bodyPr/>
        <a:lstStyle/>
        <a:p>
          <a:pPr latinLnBrk="1"/>
          <a:endParaRPr lang="ko-KR" altLang="en-US"/>
        </a:p>
      </dgm:t>
    </dgm:pt>
    <dgm:pt modelId="{6FC85C14-999B-42BC-87F3-C08B5C5E6952}" type="sibTrans" cxnId="{83C35B1C-D5DA-4889-BB50-DAC631EE8BF3}">
      <dgm:prSet/>
      <dgm:spPr/>
      <dgm:t>
        <a:bodyPr/>
        <a:lstStyle/>
        <a:p>
          <a:pPr latinLnBrk="1"/>
          <a:endParaRPr lang="ko-KR" altLang="en-US"/>
        </a:p>
      </dgm:t>
    </dgm:pt>
    <dgm:pt modelId="{72304399-154E-4534-8EB5-E85C37771448}">
      <dgm:prSet/>
      <dgm:spPr/>
      <dgm:t>
        <a:bodyPr/>
        <a:lstStyle/>
        <a:p>
          <a:pPr rtl="0" latinLnBrk="1"/>
          <a:r>
            <a:rPr lang="ko-KR" altLang="en-US" dirty="0"/>
            <a:t>차단기 </a:t>
          </a:r>
          <a:r>
            <a:rPr lang="en-US" altLang="ko-KR" dirty="0"/>
            <a:t>: </a:t>
          </a:r>
          <a:r>
            <a:rPr lang="ko-KR" altLang="en-US" dirty="0"/>
            <a:t>현재 차단기 상태 </a:t>
          </a:r>
          <a:r>
            <a:rPr lang="en-US" altLang="ko-KR" dirty="0"/>
            <a:t>(</a:t>
          </a:r>
          <a:r>
            <a:rPr lang="ko-KR" altLang="en-US" dirty="0"/>
            <a:t>열림 </a:t>
          </a:r>
          <a:r>
            <a:rPr lang="en-US" altLang="ko-KR" dirty="0"/>
            <a:t>/ </a:t>
          </a:r>
          <a:r>
            <a:rPr lang="ko-KR" altLang="en-US" dirty="0"/>
            <a:t>닫힘</a:t>
          </a:r>
          <a:r>
            <a:rPr lang="en-US" altLang="ko-KR" dirty="0"/>
            <a:t>)</a:t>
          </a:r>
          <a:endParaRPr lang="ko-KR" dirty="0"/>
        </a:p>
      </dgm:t>
    </dgm:pt>
    <dgm:pt modelId="{4AB8CF13-CDB7-4A05-A34D-E9371825A422}" type="parTrans" cxnId="{B651AFDC-4989-423D-AD2E-8711F83280CC}">
      <dgm:prSet/>
      <dgm:spPr/>
      <dgm:t>
        <a:bodyPr/>
        <a:lstStyle/>
        <a:p>
          <a:pPr latinLnBrk="1"/>
          <a:endParaRPr lang="ko-KR" altLang="en-US"/>
        </a:p>
      </dgm:t>
    </dgm:pt>
    <dgm:pt modelId="{81CEFDF6-31FF-4BD2-9E87-547593C69FA9}" type="sibTrans" cxnId="{B651AFDC-4989-423D-AD2E-8711F83280CC}">
      <dgm:prSet/>
      <dgm:spPr/>
      <dgm:t>
        <a:bodyPr/>
        <a:lstStyle/>
        <a:p>
          <a:pPr latinLnBrk="1"/>
          <a:endParaRPr lang="ko-KR" altLang="en-US"/>
        </a:p>
      </dgm:t>
    </dgm:pt>
    <dgm:pt modelId="{565894A3-0FFA-4BC3-A48D-30A8D2BAE246}">
      <dgm:prSet/>
      <dgm:spPr/>
      <dgm:t>
        <a:bodyPr/>
        <a:lstStyle/>
        <a:p>
          <a:pPr rtl="0" latinLnBrk="1"/>
          <a:r>
            <a:rPr lang="ko-KR" altLang="en-US" dirty="0" err="1"/>
            <a:t>예경보</a:t>
          </a:r>
          <a:r>
            <a:rPr lang="ko-KR" altLang="en-US" dirty="0"/>
            <a:t> </a:t>
          </a:r>
          <a:r>
            <a:rPr lang="en-US" altLang="ko-KR" dirty="0"/>
            <a:t>: </a:t>
          </a:r>
          <a:r>
            <a:rPr lang="ko-KR" altLang="en-US" dirty="0"/>
            <a:t>마지막 전송 멘트</a:t>
          </a:r>
          <a:endParaRPr lang="ko-KR" dirty="0"/>
        </a:p>
      </dgm:t>
    </dgm:pt>
    <dgm:pt modelId="{A5750024-6CD9-441B-B215-9E5C81FC96D9}" type="parTrans" cxnId="{468488E9-4A60-47E0-99AA-76AD6DF4C204}">
      <dgm:prSet/>
      <dgm:spPr/>
      <dgm:t>
        <a:bodyPr/>
        <a:lstStyle/>
        <a:p>
          <a:pPr latinLnBrk="1"/>
          <a:endParaRPr lang="ko-KR" altLang="en-US"/>
        </a:p>
      </dgm:t>
    </dgm:pt>
    <dgm:pt modelId="{B64D8E07-3EB5-4CA3-B8F3-27E9BBB55C4D}" type="sibTrans" cxnId="{468488E9-4A60-47E0-99AA-76AD6DF4C204}">
      <dgm:prSet/>
      <dgm:spPr/>
      <dgm:t>
        <a:bodyPr/>
        <a:lstStyle/>
        <a:p>
          <a:pPr latinLnBrk="1"/>
          <a:endParaRPr lang="ko-KR" altLang="en-US"/>
        </a:p>
      </dgm:t>
    </dgm:pt>
    <dgm:pt modelId="{6EA0DFC2-4F4A-49E5-A51E-CFD2C31D4347}">
      <dgm:prSet/>
      <dgm:spPr/>
      <dgm:t>
        <a:bodyPr/>
        <a:lstStyle/>
        <a:p>
          <a:pPr rtl="0" latinLnBrk="1"/>
          <a:r>
            <a:rPr lang="en-US" altLang="ko-KR" dirty="0"/>
            <a:t>4.</a:t>
          </a:r>
          <a:r>
            <a:rPr lang="ko-KR" altLang="en-US" dirty="0"/>
            <a:t>모니터링 상세 영역</a:t>
          </a:r>
          <a:r>
            <a:rPr lang="en-US" altLang="ko-KR" dirty="0"/>
            <a:t>(</a:t>
          </a:r>
          <a:r>
            <a:rPr lang="ko-KR" altLang="en-US" dirty="0" err="1"/>
            <a:t>확장시</a:t>
          </a:r>
          <a:r>
            <a:rPr lang="en-US" altLang="ko-KR" dirty="0"/>
            <a:t>)</a:t>
          </a:r>
          <a:endParaRPr lang="ko-KR" dirty="0"/>
        </a:p>
      </dgm:t>
    </dgm:pt>
    <dgm:pt modelId="{CE4DB5C6-D41B-498E-AC06-62E9B1B431BD}" type="parTrans" cxnId="{1E3DE811-66F0-4263-B975-0883E2562253}">
      <dgm:prSet/>
      <dgm:spPr/>
      <dgm:t>
        <a:bodyPr/>
        <a:lstStyle/>
        <a:p>
          <a:pPr latinLnBrk="1"/>
          <a:endParaRPr lang="ko-KR" altLang="en-US"/>
        </a:p>
      </dgm:t>
    </dgm:pt>
    <dgm:pt modelId="{38A55741-DF53-43E7-BEDB-509F116A124B}" type="sibTrans" cxnId="{1E3DE811-66F0-4263-B975-0883E2562253}">
      <dgm:prSet/>
      <dgm:spPr/>
      <dgm:t>
        <a:bodyPr/>
        <a:lstStyle/>
        <a:p>
          <a:pPr latinLnBrk="1"/>
          <a:endParaRPr lang="ko-KR" altLang="en-US"/>
        </a:p>
      </dgm:t>
    </dgm:pt>
    <dgm:pt modelId="{0928E79A-92E1-46A7-A307-D45537F62024}">
      <dgm:prSet/>
      <dgm:spPr/>
      <dgm:t>
        <a:bodyPr/>
        <a:lstStyle/>
        <a:p>
          <a:pPr rtl="0" latinLnBrk="1"/>
          <a:r>
            <a:rPr lang="ko-KR" altLang="en-US" dirty="0"/>
            <a:t>주소 </a:t>
          </a:r>
          <a:r>
            <a:rPr lang="en-US" altLang="ko-KR" dirty="0"/>
            <a:t>/ </a:t>
          </a:r>
          <a:r>
            <a:rPr lang="ko-KR" altLang="en-US" dirty="0"/>
            <a:t>위경도 </a:t>
          </a:r>
          <a:r>
            <a:rPr lang="en-US" altLang="ko-KR" dirty="0"/>
            <a:t>/ </a:t>
          </a:r>
          <a:r>
            <a:rPr lang="ko-KR" altLang="en-US" dirty="0"/>
            <a:t>지도 </a:t>
          </a:r>
          <a:r>
            <a:rPr lang="en-US" altLang="ko-KR" dirty="0"/>
            <a:t>/ </a:t>
          </a:r>
          <a:r>
            <a:rPr lang="ko-KR" altLang="en-US" dirty="0"/>
            <a:t>통신시간 </a:t>
          </a:r>
          <a:r>
            <a:rPr lang="en-US" altLang="ko-KR" dirty="0"/>
            <a:t>/ CID / IP/PORT </a:t>
          </a:r>
          <a:r>
            <a:rPr lang="ko-KR" altLang="en-US" dirty="0"/>
            <a:t>표출</a:t>
          </a:r>
          <a:endParaRPr lang="ko-KR" dirty="0"/>
        </a:p>
      </dgm:t>
    </dgm:pt>
    <dgm:pt modelId="{74E1FADD-34E1-4FD4-BCC9-4978F279637D}" type="parTrans" cxnId="{66D80555-45B4-4AF4-99A8-73B47D856AE9}">
      <dgm:prSet/>
      <dgm:spPr/>
      <dgm:t>
        <a:bodyPr/>
        <a:lstStyle/>
        <a:p>
          <a:pPr latinLnBrk="1"/>
          <a:endParaRPr lang="ko-KR" altLang="en-US"/>
        </a:p>
      </dgm:t>
    </dgm:pt>
    <dgm:pt modelId="{C652264B-C221-47F5-8DA3-84222B0265D5}" type="sibTrans" cxnId="{66D80555-45B4-4AF4-99A8-73B47D856AE9}">
      <dgm:prSet/>
      <dgm:spPr/>
      <dgm:t>
        <a:bodyPr/>
        <a:lstStyle/>
        <a:p>
          <a:pPr latinLnBrk="1"/>
          <a:endParaRPr lang="ko-KR" altLang="en-US"/>
        </a:p>
      </dgm:t>
    </dgm:pt>
    <dgm:pt modelId="{CA6A6D43-884A-4AA4-8742-D096A0943EE2}">
      <dgm:prSet/>
      <dgm:spPr/>
      <dgm:t>
        <a:bodyPr/>
        <a:lstStyle/>
        <a:p>
          <a:pPr rtl="0" latinLnBrk="1"/>
          <a:r>
            <a:rPr lang="ko-KR" altLang="en-US" dirty="0"/>
            <a:t>지도 아이콘 클릭 시 네이버 </a:t>
          </a:r>
          <a:r>
            <a:rPr lang="ko-KR" altLang="en-US" dirty="0" err="1"/>
            <a:t>길찾기로</a:t>
          </a:r>
          <a:r>
            <a:rPr lang="ko-KR" altLang="en-US" dirty="0"/>
            <a:t> 연결 </a:t>
          </a:r>
          <a:r>
            <a:rPr lang="en-US" altLang="ko-KR" dirty="0"/>
            <a:t>(</a:t>
          </a:r>
          <a:r>
            <a:rPr lang="ko-KR" altLang="en-US" dirty="0"/>
            <a:t>네이버지도 앱 설치 필요</a:t>
          </a:r>
          <a:r>
            <a:rPr lang="en-US" altLang="ko-KR" dirty="0"/>
            <a:t>)</a:t>
          </a:r>
          <a:endParaRPr lang="ko-KR" dirty="0"/>
        </a:p>
      </dgm:t>
    </dgm:pt>
    <dgm:pt modelId="{0B31D5A7-FE81-4B6A-9EA1-545A19035A53}" type="parTrans" cxnId="{3C37087E-1600-4E0B-BB39-1C777BB1A46D}">
      <dgm:prSet/>
      <dgm:spPr/>
      <dgm:t>
        <a:bodyPr/>
        <a:lstStyle/>
        <a:p>
          <a:pPr latinLnBrk="1"/>
          <a:endParaRPr lang="ko-KR" altLang="en-US"/>
        </a:p>
      </dgm:t>
    </dgm:pt>
    <dgm:pt modelId="{17AC973F-8168-4DB2-AE26-F302950E01E6}" type="sibTrans" cxnId="{3C37087E-1600-4E0B-BB39-1C777BB1A46D}">
      <dgm:prSet/>
      <dgm:spPr/>
      <dgm:t>
        <a:bodyPr/>
        <a:lstStyle/>
        <a:p>
          <a:pPr latinLnBrk="1"/>
          <a:endParaRPr lang="ko-KR" altLang="en-US"/>
        </a:p>
      </dgm:t>
    </dgm:pt>
    <dgm:pt modelId="{D7F54D37-19F7-499C-AF50-75C5637854AC}">
      <dgm:prSet/>
      <dgm:spPr/>
      <dgm:t>
        <a:bodyPr/>
        <a:lstStyle/>
        <a:p>
          <a:pPr rtl="0" latinLnBrk="1"/>
          <a:r>
            <a:rPr lang="en-US" altLang="ko-KR" dirty="0"/>
            <a:t>5. </a:t>
          </a:r>
          <a:r>
            <a:rPr lang="ko-KR" altLang="en-US" dirty="0"/>
            <a:t>지도 영역</a:t>
          </a:r>
          <a:endParaRPr lang="ko-KR" dirty="0"/>
        </a:p>
      </dgm:t>
    </dgm:pt>
    <dgm:pt modelId="{BA357430-DC8F-486C-9615-02A892BE9DBD}" type="parTrans" cxnId="{E3B4D6D4-74E6-42EF-8A16-6C0D75482CBB}">
      <dgm:prSet/>
      <dgm:spPr/>
      <dgm:t>
        <a:bodyPr/>
        <a:lstStyle/>
        <a:p>
          <a:pPr latinLnBrk="1"/>
          <a:endParaRPr lang="ko-KR" altLang="en-US"/>
        </a:p>
      </dgm:t>
    </dgm:pt>
    <dgm:pt modelId="{0804129E-803D-4EB5-9615-AB5E29C1B5EB}" type="sibTrans" cxnId="{E3B4D6D4-74E6-42EF-8A16-6C0D75482CBB}">
      <dgm:prSet/>
      <dgm:spPr/>
      <dgm:t>
        <a:bodyPr/>
        <a:lstStyle/>
        <a:p>
          <a:pPr latinLnBrk="1"/>
          <a:endParaRPr lang="ko-KR" altLang="en-US"/>
        </a:p>
      </dgm:t>
    </dgm:pt>
    <dgm:pt modelId="{A78C3AD1-3239-418D-A0EF-2355C2A438B4}">
      <dgm:prSet/>
      <dgm:spPr/>
      <dgm:t>
        <a:bodyPr/>
        <a:lstStyle/>
        <a:p>
          <a:pPr rtl="0" latinLnBrk="1"/>
          <a:r>
            <a:rPr lang="ko-KR" altLang="en-US" dirty="0"/>
            <a:t>각 장비들의 설치위치 지도 표출</a:t>
          </a:r>
          <a:endParaRPr lang="ko-KR" dirty="0"/>
        </a:p>
      </dgm:t>
    </dgm:pt>
    <dgm:pt modelId="{8DFBE092-487D-4DD9-90A3-E9531325138A}" type="parTrans" cxnId="{4CA40D69-A9B4-48CE-BD50-7308C2F477D4}">
      <dgm:prSet/>
      <dgm:spPr/>
      <dgm:t>
        <a:bodyPr/>
        <a:lstStyle/>
        <a:p>
          <a:pPr latinLnBrk="1"/>
          <a:endParaRPr lang="ko-KR" altLang="en-US"/>
        </a:p>
      </dgm:t>
    </dgm:pt>
    <dgm:pt modelId="{D4C802EE-3104-4ACD-9159-D3032F6351DB}" type="sibTrans" cxnId="{4CA40D69-A9B4-48CE-BD50-7308C2F477D4}">
      <dgm:prSet/>
      <dgm:spPr/>
      <dgm:t>
        <a:bodyPr/>
        <a:lstStyle/>
        <a:p>
          <a:pPr latinLnBrk="1"/>
          <a:endParaRPr lang="ko-KR" altLang="en-US"/>
        </a:p>
      </dgm:t>
    </dgm:pt>
    <dgm:pt modelId="{7167E9D9-4E76-42D5-BBDA-1041FFFD4006}">
      <dgm:prSet/>
      <dgm:spPr/>
      <dgm:t>
        <a:bodyPr/>
        <a:lstStyle/>
        <a:p>
          <a:pPr rtl="0" latinLnBrk="1"/>
          <a:endParaRPr lang="ko-KR" dirty="0"/>
        </a:p>
      </dgm:t>
    </dgm:pt>
    <dgm:pt modelId="{FF35213B-4D14-4873-890F-85A46BDACE47}" type="parTrans" cxnId="{5197579C-706F-4195-86F8-4C7C85470BC0}">
      <dgm:prSet/>
      <dgm:spPr/>
      <dgm:t>
        <a:bodyPr/>
        <a:lstStyle/>
        <a:p>
          <a:pPr latinLnBrk="1"/>
          <a:endParaRPr lang="ko-KR" altLang="en-US"/>
        </a:p>
      </dgm:t>
    </dgm:pt>
    <dgm:pt modelId="{B155CACA-ABC0-435D-8D7E-87CC78026070}" type="sibTrans" cxnId="{5197579C-706F-4195-86F8-4C7C85470BC0}">
      <dgm:prSet/>
      <dgm:spPr/>
      <dgm:t>
        <a:bodyPr/>
        <a:lstStyle/>
        <a:p>
          <a:pPr latinLnBrk="1"/>
          <a:endParaRPr lang="ko-KR" altLang="en-US"/>
        </a:p>
      </dgm:t>
    </dgm:pt>
    <dgm:pt modelId="{486981F8-DA12-4DF1-A21A-5AA3552194BC}">
      <dgm:prSet/>
      <dgm:spPr/>
      <dgm:t>
        <a:bodyPr/>
        <a:lstStyle/>
        <a:p>
          <a:pPr rtl="0" latinLnBrk="1"/>
          <a:endParaRPr lang="ko-KR" dirty="0"/>
        </a:p>
      </dgm:t>
    </dgm:pt>
    <dgm:pt modelId="{BAF28AEF-ADAA-41AF-83AB-5AAA37F999F3}" type="parTrans" cxnId="{C4266301-B99D-4B93-AEE7-189EAC7AA240}">
      <dgm:prSet/>
      <dgm:spPr/>
      <dgm:t>
        <a:bodyPr/>
        <a:lstStyle/>
        <a:p>
          <a:pPr latinLnBrk="1"/>
          <a:endParaRPr lang="ko-KR" altLang="en-US"/>
        </a:p>
      </dgm:t>
    </dgm:pt>
    <dgm:pt modelId="{6DDF0E31-B531-48FF-AD8C-2B07CB696DF3}" type="sibTrans" cxnId="{C4266301-B99D-4B93-AEE7-189EAC7AA240}">
      <dgm:prSet/>
      <dgm:spPr/>
      <dgm:t>
        <a:bodyPr/>
        <a:lstStyle/>
        <a:p>
          <a:pPr latinLnBrk="1"/>
          <a:endParaRPr lang="ko-KR" altLang="en-US"/>
        </a:p>
      </dgm:t>
    </dgm:pt>
    <dgm:pt modelId="{9A1A673D-0316-4AEA-A913-3D520532D72A}">
      <dgm:prSet/>
      <dgm:spPr/>
      <dgm:t>
        <a:bodyPr/>
        <a:lstStyle/>
        <a:p>
          <a:pPr rtl="0" latinLnBrk="1"/>
          <a:r>
            <a:rPr lang="ko-KR" altLang="en-US" dirty="0"/>
            <a:t>각종 장비제어</a:t>
          </a:r>
          <a:endParaRPr lang="ko-KR" dirty="0"/>
        </a:p>
      </dgm:t>
    </dgm:pt>
    <dgm:pt modelId="{097A112A-6D94-4639-8EA4-DF896A0C40E1}" type="parTrans" cxnId="{DCF7A477-742E-40F1-918F-1ABB6CC14BA3}">
      <dgm:prSet/>
      <dgm:spPr/>
      <dgm:t>
        <a:bodyPr/>
        <a:lstStyle/>
        <a:p>
          <a:pPr latinLnBrk="1"/>
          <a:endParaRPr lang="ko-KR" altLang="en-US"/>
        </a:p>
      </dgm:t>
    </dgm:pt>
    <dgm:pt modelId="{413DC5CC-8048-45EC-8862-6FF4DAE5DAED}" type="sibTrans" cxnId="{DCF7A477-742E-40F1-918F-1ABB6CC14BA3}">
      <dgm:prSet/>
      <dgm:spPr/>
      <dgm:t>
        <a:bodyPr/>
        <a:lstStyle/>
        <a:p>
          <a:pPr latinLnBrk="1"/>
          <a:endParaRPr lang="ko-KR" altLang="en-US"/>
        </a:p>
      </dgm:t>
    </dgm:pt>
    <dgm:pt modelId="{B1F08060-7408-493B-B58A-26D5D6A29338}" type="pres">
      <dgm:prSet presAssocID="{8B21CEE4-B6EA-44AF-B7B3-C27AA24187C1}" presName="linear" presStyleCnt="0">
        <dgm:presLayoutVars>
          <dgm:animLvl val="lvl"/>
          <dgm:resizeHandles val="exact"/>
        </dgm:presLayoutVars>
      </dgm:prSet>
      <dgm:spPr/>
    </dgm:pt>
    <dgm:pt modelId="{0FC1636D-E616-4F71-913B-F33C39CE5A19}" type="pres">
      <dgm:prSet presAssocID="{5DF1D2ED-5CB1-436D-ADBB-FAA9FE6EE2D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EF970A5-61EE-4DEB-B600-92261AB42321}" type="pres">
      <dgm:prSet presAssocID="{5DF1D2ED-5CB1-436D-ADBB-FAA9FE6EE2D9}" presName="childText" presStyleLbl="revTx" presStyleIdx="0" presStyleCnt="3">
        <dgm:presLayoutVars>
          <dgm:bulletEnabled val="1"/>
        </dgm:presLayoutVars>
      </dgm:prSet>
      <dgm:spPr/>
    </dgm:pt>
    <dgm:pt modelId="{2D36FE45-CF65-47A5-AD75-8717AAF67855}" type="pres">
      <dgm:prSet presAssocID="{6EA0DFC2-4F4A-49E5-A51E-CFD2C31D434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4B82EBF-5B43-4BC7-A424-80D0656BED5D}" type="pres">
      <dgm:prSet presAssocID="{6EA0DFC2-4F4A-49E5-A51E-CFD2C31D4347}" presName="childText" presStyleLbl="revTx" presStyleIdx="1" presStyleCnt="3">
        <dgm:presLayoutVars>
          <dgm:bulletEnabled val="1"/>
        </dgm:presLayoutVars>
      </dgm:prSet>
      <dgm:spPr/>
    </dgm:pt>
    <dgm:pt modelId="{BFA98A03-19D3-4DDF-8DF9-B91645A49BF6}" type="pres">
      <dgm:prSet presAssocID="{D7F54D37-19F7-499C-AF50-75C5637854A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EBCFBFC-95C4-4620-9719-061710073136}" type="pres">
      <dgm:prSet presAssocID="{D7F54D37-19F7-499C-AF50-75C5637854AC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4266301-B99D-4B93-AEE7-189EAC7AA240}" srcId="{9A238A71-563B-4C0D-8659-015C013EE0F4}" destId="{486981F8-DA12-4DF1-A21A-5AA3552194BC}" srcOrd="7" destOrd="0" parTransId="{BAF28AEF-ADAA-41AF-83AB-5AAA37F999F3}" sibTransId="{6DDF0E31-B531-48FF-AD8C-2B07CB696DF3}"/>
    <dgm:cxn modelId="{8696200C-850F-4923-A6EC-B0E48B37F4E5}" type="presOf" srcId="{B905A4E0-05A5-4440-9B41-AED12D44CCD0}" destId="{6EF970A5-61EE-4DEB-B600-92261AB42321}" srcOrd="0" destOrd="2" presId="urn:microsoft.com/office/officeart/2005/8/layout/vList2"/>
    <dgm:cxn modelId="{1E3DE811-66F0-4263-B975-0883E2562253}" srcId="{8B21CEE4-B6EA-44AF-B7B3-C27AA24187C1}" destId="{6EA0DFC2-4F4A-49E5-A51E-CFD2C31D4347}" srcOrd="1" destOrd="0" parTransId="{CE4DB5C6-D41B-498E-AC06-62E9B1B431BD}" sibTransId="{38A55741-DF53-43E7-BEDB-509F116A124B}"/>
    <dgm:cxn modelId="{1D76A713-6640-43FF-9D6A-5A8C9CB4B4A3}" type="presOf" srcId="{8B21CEE4-B6EA-44AF-B7B3-C27AA24187C1}" destId="{B1F08060-7408-493B-B58A-26D5D6A29338}" srcOrd="0" destOrd="0" presId="urn:microsoft.com/office/officeart/2005/8/layout/vList2"/>
    <dgm:cxn modelId="{51BF1E1A-E4F7-4249-96DF-3FD9DCBB8500}" type="presOf" srcId="{5DF1D2ED-5CB1-436D-ADBB-FAA9FE6EE2D9}" destId="{0FC1636D-E616-4F71-913B-F33C39CE5A19}" srcOrd="0" destOrd="0" presId="urn:microsoft.com/office/officeart/2005/8/layout/vList2"/>
    <dgm:cxn modelId="{53C8771A-280C-4A1B-A88F-66482DDB36F7}" type="presOf" srcId="{CA6A6D43-884A-4AA4-8742-D096A0943EE2}" destId="{64B82EBF-5B43-4BC7-A424-80D0656BED5D}" srcOrd="0" destOrd="1" presId="urn:microsoft.com/office/officeart/2005/8/layout/vList2"/>
    <dgm:cxn modelId="{83C35B1C-D5DA-4889-BB50-DAC631EE8BF3}" srcId="{9A238A71-563B-4C0D-8659-015C013EE0F4}" destId="{086BB236-65D7-418D-BEB4-69C19676C4F4}" srcOrd="4" destOrd="0" parTransId="{4B89E6AB-B366-46F8-AAE3-4EF2A9EC3A21}" sibTransId="{6FC85C14-999B-42BC-87F3-C08B5C5E6952}"/>
    <dgm:cxn modelId="{CDAF3C1E-3768-4063-ABE0-B1C9486E2AD5}" type="presOf" srcId="{BAD0CB08-9FF1-434D-B3A0-67556A6B062D}" destId="{6EF970A5-61EE-4DEB-B600-92261AB42321}" srcOrd="0" destOrd="3" presId="urn:microsoft.com/office/officeart/2005/8/layout/vList2"/>
    <dgm:cxn modelId="{80F6271F-68AE-4452-840B-4507ECCB207B}" srcId="{9A238A71-563B-4C0D-8659-015C013EE0F4}" destId="{B905A4E0-05A5-4440-9B41-AED12D44CCD0}" srcOrd="1" destOrd="0" parTransId="{052FA094-B0C0-4BED-86CD-880F041EA6B0}" sibTransId="{96A12DA0-5D8B-4377-BC95-BFE49C5AB356}"/>
    <dgm:cxn modelId="{98FC172C-9810-4BDB-A9E6-E04967C25E57}" type="presOf" srcId="{BFF6AF13-B1B8-4912-A24B-179F6675C7E3}" destId="{6EF970A5-61EE-4DEB-B600-92261AB42321}" srcOrd="0" destOrd="1" presId="urn:microsoft.com/office/officeart/2005/8/layout/vList2"/>
    <dgm:cxn modelId="{50D91638-97B1-4D97-B767-D47C270B4E91}" type="presOf" srcId="{9A1A673D-0316-4AEA-A913-3D520532D72A}" destId="{64B82EBF-5B43-4BC7-A424-80D0656BED5D}" srcOrd="0" destOrd="2" presId="urn:microsoft.com/office/officeart/2005/8/layout/vList2"/>
    <dgm:cxn modelId="{8389905C-7E92-42E6-BECE-5491267E9F32}" type="presOf" srcId="{0928E79A-92E1-46A7-A307-D45537F62024}" destId="{64B82EBF-5B43-4BC7-A424-80D0656BED5D}" srcOrd="0" destOrd="0" presId="urn:microsoft.com/office/officeart/2005/8/layout/vList2"/>
    <dgm:cxn modelId="{0EA3B15E-6E5D-4E5D-A66F-BFA7296A07D4}" type="presOf" srcId="{6EA0DFC2-4F4A-49E5-A51E-CFD2C31D4347}" destId="{2D36FE45-CF65-47A5-AD75-8717AAF67855}" srcOrd="0" destOrd="0" presId="urn:microsoft.com/office/officeart/2005/8/layout/vList2"/>
    <dgm:cxn modelId="{51B75963-0EAF-453A-93E8-1033FDA83590}" type="presOf" srcId="{A78C3AD1-3239-418D-A0EF-2355C2A438B4}" destId="{9EBCFBFC-95C4-4620-9719-061710073136}" srcOrd="0" destOrd="0" presId="urn:microsoft.com/office/officeart/2005/8/layout/vList2"/>
    <dgm:cxn modelId="{498B9263-BE6B-4D56-9C3A-27EF67C9267E}" srcId="{8B21CEE4-B6EA-44AF-B7B3-C27AA24187C1}" destId="{5DF1D2ED-5CB1-436D-ADBB-FAA9FE6EE2D9}" srcOrd="0" destOrd="0" parTransId="{32F25D6D-F3CD-4A51-85C1-4DD9399F21DE}" sibTransId="{9F7B6CCF-B959-47B0-9AE7-CDA5A4E60D02}"/>
    <dgm:cxn modelId="{52273168-5D47-478C-9807-B1A440B13215}" type="presOf" srcId="{D7F54D37-19F7-499C-AF50-75C5637854AC}" destId="{BFA98A03-19D3-4DDF-8DF9-B91645A49BF6}" srcOrd="0" destOrd="0" presId="urn:microsoft.com/office/officeart/2005/8/layout/vList2"/>
    <dgm:cxn modelId="{4CA40D69-A9B4-48CE-BD50-7308C2F477D4}" srcId="{D7F54D37-19F7-499C-AF50-75C5637854AC}" destId="{A78C3AD1-3239-418D-A0EF-2355C2A438B4}" srcOrd="0" destOrd="0" parTransId="{8DFBE092-487D-4DD9-90A3-E9531325138A}" sibTransId="{D4C802EE-3104-4ACD-9159-D3032F6351DB}"/>
    <dgm:cxn modelId="{F5283A49-9D02-4F05-8B29-E5FE07AC4759}" srcId="{5DF1D2ED-5CB1-436D-ADBB-FAA9FE6EE2D9}" destId="{9A238A71-563B-4C0D-8659-015C013EE0F4}" srcOrd="0" destOrd="0" parTransId="{1D2B1D95-D399-4844-AB70-3F1010A21619}" sibTransId="{FB68158F-C9A8-43BB-8EC4-A62183CFEB16}"/>
    <dgm:cxn modelId="{F931254A-DA96-4231-9704-256AF45B2D4C}" type="presOf" srcId="{565894A3-0FFA-4BC3-A48D-30A8D2BAE246}" destId="{6EF970A5-61EE-4DEB-B600-92261AB42321}" srcOrd="0" destOrd="7" presId="urn:microsoft.com/office/officeart/2005/8/layout/vList2"/>
    <dgm:cxn modelId="{81A8CF4D-33DB-4330-95B8-5C4131F9AA47}" type="presOf" srcId="{486981F8-DA12-4DF1-A21A-5AA3552194BC}" destId="{6EF970A5-61EE-4DEB-B600-92261AB42321}" srcOrd="0" destOrd="8" presId="urn:microsoft.com/office/officeart/2005/8/layout/vList2"/>
    <dgm:cxn modelId="{66D80555-45B4-4AF4-99A8-73B47D856AE9}" srcId="{6EA0DFC2-4F4A-49E5-A51E-CFD2C31D4347}" destId="{0928E79A-92E1-46A7-A307-D45537F62024}" srcOrd="0" destOrd="0" parTransId="{74E1FADD-34E1-4FD4-BCC9-4978F279637D}" sibTransId="{C652264B-C221-47F5-8DA3-84222B0265D5}"/>
    <dgm:cxn modelId="{DCF7A477-742E-40F1-918F-1ABB6CC14BA3}" srcId="{6EA0DFC2-4F4A-49E5-A51E-CFD2C31D4347}" destId="{9A1A673D-0316-4AEA-A913-3D520532D72A}" srcOrd="2" destOrd="0" parTransId="{097A112A-6D94-4639-8EA4-DF896A0C40E1}" sibTransId="{413DC5CC-8048-45EC-8862-6FF4DAE5DAED}"/>
    <dgm:cxn modelId="{3C37087E-1600-4E0B-BB39-1C777BB1A46D}" srcId="{6EA0DFC2-4F4A-49E5-A51E-CFD2C31D4347}" destId="{CA6A6D43-884A-4AA4-8742-D096A0943EE2}" srcOrd="1" destOrd="0" parTransId="{0B31D5A7-FE81-4B6A-9EA1-545A19035A53}" sibTransId="{17AC973F-8168-4DB2-AE26-F302950E01E6}"/>
    <dgm:cxn modelId="{C72D459C-7891-4002-B5A1-87F81B4508C3}" type="presOf" srcId="{9A238A71-563B-4C0D-8659-015C013EE0F4}" destId="{6EF970A5-61EE-4DEB-B600-92261AB42321}" srcOrd="0" destOrd="0" presId="urn:microsoft.com/office/officeart/2005/8/layout/vList2"/>
    <dgm:cxn modelId="{5197579C-706F-4195-86F8-4C7C85470BC0}" srcId="{6EA0DFC2-4F4A-49E5-A51E-CFD2C31D4347}" destId="{7167E9D9-4E76-42D5-BBDA-1041FFFD4006}" srcOrd="3" destOrd="0" parTransId="{FF35213B-4D14-4873-890F-85A46BDACE47}" sibTransId="{B155CACA-ABC0-435D-8D7E-87CC78026070}"/>
    <dgm:cxn modelId="{CA599EA0-AB85-4C88-9C58-EE3C51A21456}" srcId="{9A238A71-563B-4C0D-8659-015C013EE0F4}" destId="{BFF6AF13-B1B8-4912-A24B-179F6675C7E3}" srcOrd="0" destOrd="0" parTransId="{BFE242DA-EB87-4B11-B744-D39C399FE883}" sibTransId="{B1BC5D94-5755-4D29-BAD8-6B6F9A25002B}"/>
    <dgm:cxn modelId="{E6A88AB2-E934-4E64-AD74-8873690E063F}" type="presOf" srcId="{8A11E7B0-7179-49D3-9512-B90491853D1D}" destId="{6EF970A5-61EE-4DEB-B600-92261AB42321}" srcOrd="0" destOrd="4" presId="urn:microsoft.com/office/officeart/2005/8/layout/vList2"/>
    <dgm:cxn modelId="{856172D2-F66F-45B1-88E4-B4522C42DFAD}" type="presOf" srcId="{72304399-154E-4534-8EB5-E85C37771448}" destId="{6EF970A5-61EE-4DEB-B600-92261AB42321}" srcOrd="0" destOrd="6" presId="urn:microsoft.com/office/officeart/2005/8/layout/vList2"/>
    <dgm:cxn modelId="{E3B4D6D4-74E6-42EF-8A16-6C0D75482CBB}" srcId="{8B21CEE4-B6EA-44AF-B7B3-C27AA24187C1}" destId="{D7F54D37-19F7-499C-AF50-75C5637854AC}" srcOrd="2" destOrd="0" parTransId="{BA357430-DC8F-486C-9615-02A892BE9DBD}" sibTransId="{0804129E-803D-4EB5-9615-AB5E29C1B5EB}"/>
    <dgm:cxn modelId="{030C40D7-AD94-4E7D-B9F7-80E0AF3D2061}" type="presOf" srcId="{7167E9D9-4E76-42D5-BBDA-1041FFFD4006}" destId="{64B82EBF-5B43-4BC7-A424-80D0656BED5D}" srcOrd="0" destOrd="3" presId="urn:microsoft.com/office/officeart/2005/8/layout/vList2"/>
    <dgm:cxn modelId="{5D22E9D7-0835-4AB5-B60A-E5CEC6435073}" srcId="{9A238A71-563B-4C0D-8659-015C013EE0F4}" destId="{BAD0CB08-9FF1-434D-B3A0-67556A6B062D}" srcOrd="2" destOrd="0" parTransId="{7A1582F4-1FF3-4E43-B921-FBC8A547E2CA}" sibTransId="{34344706-A91B-446E-9717-18BEA2AF5962}"/>
    <dgm:cxn modelId="{CB38E4D9-F0AD-4152-8C29-55189F6F8FCB}" type="presOf" srcId="{086BB236-65D7-418D-BEB4-69C19676C4F4}" destId="{6EF970A5-61EE-4DEB-B600-92261AB42321}" srcOrd="0" destOrd="5" presId="urn:microsoft.com/office/officeart/2005/8/layout/vList2"/>
    <dgm:cxn modelId="{B651AFDC-4989-423D-AD2E-8711F83280CC}" srcId="{9A238A71-563B-4C0D-8659-015C013EE0F4}" destId="{72304399-154E-4534-8EB5-E85C37771448}" srcOrd="5" destOrd="0" parTransId="{4AB8CF13-CDB7-4A05-A34D-E9371825A422}" sibTransId="{81CEFDF6-31FF-4BD2-9E87-547593C69FA9}"/>
    <dgm:cxn modelId="{468488E9-4A60-47E0-99AA-76AD6DF4C204}" srcId="{9A238A71-563B-4C0D-8659-015C013EE0F4}" destId="{565894A3-0FFA-4BC3-A48D-30A8D2BAE246}" srcOrd="6" destOrd="0" parTransId="{A5750024-6CD9-441B-B215-9E5C81FC96D9}" sibTransId="{B64D8E07-3EB5-4CA3-B8F3-27E9BBB55C4D}"/>
    <dgm:cxn modelId="{DCA1A7F9-77F9-4113-97F8-38017CEA967D}" srcId="{9A238A71-563B-4C0D-8659-015C013EE0F4}" destId="{8A11E7B0-7179-49D3-9512-B90491853D1D}" srcOrd="3" destOrd="0" parTransId="{0A88D5B4-3B19-4A68-A362-0110002754A3}" sibTransId="{8CBB2DE5-2DD0-4295-8F0A-E03B7B68CB8E}"/>
    <dgm:cxn modelId="{0090615D-7AD4-4917-9EF3-2C1F7DDB791A}" type="presParOf" srcId="{B1F08060-7408-493B-B58A-26D5D6A29338}" destId="{0FC1636D-E616-4F71-913B-F33C39CE5A19}" srcOrd="0" destOrd="0" presId="urn:microsoft.com/office/officeart/2005/8/layout/vList2"/>
    <dgm:cxn modelId="{D1C762C5-9630-44C7-B9E2-01494C935DFD}" type="presParOf" srcId="{B1F08060-7408-493B-B58A-26D5D6A29338}" destId="{6EF970A5-61EE-4DEB-B600-92261AB42321}" srcOrd="1" destOrd="0" presId="urn:microsoft.com/office/officeart/2005/8/layout/vList2"/>
    <dgm:cxn modelId="{F612C297-BED5-4A63-8A71-08BC4BFB6787}" type="presParOf" srcId="{B1F08060-7408-493B-B58A-26D5D6A29338}" destId="{2D36FE45-CF65-47A5-AD75-8717AAF67855}" srcOrd="2" destOrd="0" presId="urn:microsoft.com/office/officeart/2005/8/layout/vList2"/>
    <dgm:cxn modelId="{69B8EAB5-D8DC-4940-B456-8E551511AEA1}" type="presParOf" srcId="{B1F08060-7408-493B-B58A-26D5D6A29338}" destId="{64B82EBF-5B43-4BC7-A424-80D0656BED5D}" srcOrd="3" destOrd="0" presId="urn:microsoft.com/office/officeart/2005/8/layout/vList2"/>
    <dgm:cxn modelId="{6A730DA1-298A-4C6A-ACAA-46AC1B549C13}" type="presParOf" srcId="{B1F08060-7408-493B-B58A-26D5D6A29338}" destId="{BFA98A03-19D3-4DDF-8DF9-B91645A49BF6}" srcOrd="4" destOrd="0" presId="urn:microsoft.com/office/officeart/2005/8/layout/vList2"/>
    <dgm:cxn modelId="{31BB361C-931E-4C10-B8C0-B529F85CD8FB}" type="presParOf" srcId="{B1F08060-7408-493B-B58A-26D5D6A29338}" destId="{9EBCFBFC-95C4-4620-9719-06171007313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B21CEE4-B6EA-44AF-B7B3-C27AA24187C1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5DF1D2ED-5CB1-436D-ADBB-FAA9FE6EE2D9}">
      <dgm:prSet/>
      <dgm:spPr/>
      <dgm:t>
        <a:bodyPr/>
        <a:lstStyle/>
        <a:p>
          <a:pPr rtl="0" latinLnBrk="1"/>
          <a:r>
            <a:rPr lang="en-US" altLang="ko-KR" dirty="0"/>
            <a:t>6. </a:t>
          </a:r>
          <a:r>
            <a:rPr lang="ko-KR" altLang="en-US" dirty="0"/>
            <a:t>장비테스트</a:t>
          </a:r>
          <a:endParaRPr lang="ko-KR" dirty="0"/>
        </a:p>
      </dgm:t>
    </dgm:pt>
    <dgm:pt modelId="{32F25D6D-F3CD-4A51-85C1-4DD9399F21DE}" type="parTrans" cxnId="{498B9263-BE6B-4D56-9C3A-27EF67C9267E}">
      <dgm:prSet/>
      <dgm:spPr/>
      <dgm:t>
        <a:bodyPr/>
        <a:lstStyle/>
        <a:p>
          <a:pPr latinLnBrk="1"/>
          <a:endParaRPr lang="ko-KR" altLang="en-US"/>
        </a:p>
      </dgm:t>
    </dgm:pt>
    <dgm:pt modelId="{9F7B6CCF-B959-47B0-9AE7-CDA5A4E60D02}" type="sibTrans" cxnId="{498B9263-BE6B-4D56-9C3A-27EF67C9267E}">
      <dgm:prSet/>
      <dgm:spPr/>
      <dgm:t>
        <a:bodyPr/>
        <a:lstStyle/>
        <a:p>
          <a:pPr latinLnBrk="1"/>
          <a:endParaRPr lang="ko-KR" altLang="en-US"/>
        </a:p>
      </dgm:t>
    </dgm:pt>
    <dgm:pt modelId="{9A238A71-563B-4C0D-8659-015C013EE0F4}">
      <dgm:prSet/>
      <dgm:spPr/>
      <dgm:t>
        <a:bodyPr/>
        <a:lstStyle/>
        <a:p>
          <a:pPr rtl="0" latinLnBrk="1"/>
          <a:r>
            <a:rPr lang="ko-KR" altLang="en-US" dirty="0"/>
            <a:t>로그인 후 장비 제어 권한이 있는 사람만 제어 가능</a:t>
          </a:r>
          <a:r>
            <a:rPr lang="en-US" altLang="ko-KR" dirty="0"/>
            <a:t>.</a:t>
          </a:r>
          <a:endParaRPr lang="ko-KR" dirty="0"/>
        </a:p>
      </dgm:t>
    </dgm:pt>
    <dgm:pt modelId="{1D2B1D95-D399-4844-AB70-3F1010A21619}" type="parTrans" cxnId="{F5283A49-9D02-4F05-8B29-E5FE07AC4759}">
      <dgm:prSet/>
      <dgm:spPr/>
      <dgm:t>
        <a:bodyPr/>
        <a:lstStyle/>
        <a:p>
          <a:pPr latinLnBrk="1"/>
          <a:endParaRPr lang="ko-KR" altLang="en-US"/>
        </a:p>
      </dgm:t>
    </dgm:pt>
    <dgm:pt modelId="{FB68158F-C9A8-43BB-8EC4-A62183CFEB16}" type="sibTrans" cxnId="{F5283A49-9D02-4F05-8B29-E5FE07AC4759}">
      <dgm:prSet/>
      <dgm:spPr/>
      <dgm:t>
        <a:bodyPr/>
        <a:lstStyle/>
        <a:p>
          <a:pPr latinLnBrk="1"/>
          <a:endParaRPr lang="ko-KR" altLang="en-US"/>
        </a:p>
      </dgm:t>
    </dgm:pt>
    <dgm:pt modelId="{72304399-154E-4534-8EB5-E85C37771448}">
      <dgm:prSet/>
      <dgm:spPr/>
      <dgm:t>
        <a:bodyPr/>
        <a:lstStyle/>
        <a:p>
          <a:pPr rtl="0" latinLnBrk="1"/>
          <a:r>
            <a:rPr lang="ko-KR" altLang="en-US" dirty="0"/>
            <a:t>차단기 </a:t>
          </a:r>
          <a:r>
            <a:rPr lang="en-US" altLang="ko-KR" dirty="0"/>
            <a:t>: </a:t>
          </a:r>
          <a:r>
            <a:rPr lang="ko-KR" altLang="en-US" dirty="0"/>
            <a:t>차단기 제어 </a:t>
          </a:r>
          <a:r>
            <a:rPr lang="en-US" altLang="ko-KR" dirty="0"/>
            <a:t>(</a:t>
          </a:r>
          <a:r>
            <a:rPr lang="ko-KR" altLang="en-US" dirty="0">
              <a:solidFill>
                <a:srgbClr val="00FF00"/>
              </a:solidFill>
            </a:rPr>
            <a:t>열림</a:t>
          </a:r>
          <a:r>
            <a:rPr lang="ko-KR" altLang="en-US" dirty="0"/>
            <a:t> </a:t>
          </a:r>
          <a:r>
            <a:rPr lang="en-US" altLang="ko-KR" dirty="0"/>
            <a:t>/ </a:t>
          </a:r>
          <a:r>
            <a:rPr lang="ko-KR" altLang="en-US" dirty="0">
              <a:solidFill>
                <a:srgbClr val="FF0000"/>
              </a:solidFill>
            </a:rPr>
            <a:t>닫힘</a:t>
          </a:r>
          <a:r>
            <a:rPr lang="en-US" altLang="ko-KR" dirty="0"/>
            <a:t>)</a:t>
          </a:r>
          <a:endParaRPr lang="ko-KR" dirty="0"/>
        </a:p>
      </dgm:t>
    </dgm:pt>
    <dgm:pt modelId="{4AB8CF13-CDB7-4A05-A34D-E9371825A422}" type="parTrans" cxnId="{B651AFDC-4989-423D-AD2E-8711F83280CC}">
      <dgm:prSet/>
      <dgm:spPr/>
      <dgm:t>
        <a:bodyPr/>
        <a:lstStyle/>
        <a:p>
          <a:pPr latinLnBrk="1"/>
          <a:endParaRPr lang="ko-KR" altLang="en-US"/>
        </a:p>
      </dgm:t>
    </dgm:pt>
    <dgm:pt modelId="{81CEFDF6-31FF-4BD2-9E87-547593C69FA9}" type="sibTrans" cxnId="{B651AFDC-4989-423D-AD2E-8711F83280CC}">
      <dgm:prSet/>
      <dgm:spPr/>
      <dgm:t>
        <a:bodyPr/>
        <a:lstStyle/>
        <a:p>
          <a:pPr latinLnBrk="1"/>
          <a:endParaRPr lang="ko-KR" altLang="en-US"/>
        </a:p>
      </dgm:t>
    </dgm:pt>
    <dgm:pt modelId="{8ACEEC40-104F-4D35-9C76-201CE4A7DCA2}">
      <dgm:prSet/>
      <dgm:spPr/>
      <dgm:t>
        <a:bodyPr/>
        <a:lstStyle/>
        <a:p>
          <a:pPr rtl="0" latinLnBrk="1"/>
          <a:endParaRPr lang="ko-KR" dirty="0"/>
        </a:p>
      </dgm:t>
    </dgm:pt>
    <dgm:pt modelId="{6CB368CA-5972-4C83-8873-31B0570FB2BE}" type="parTrans" cxnId="{0B3F53CC-5D3E-49DE-9C6B-6A289F5AFDC0}">
      <dgm:prSet/>
      <dgm:spPr/>
      <dgm:t>
        <a:bodyPr/>
        <a:lstStyle/>
        <a:p>
          <a:pPr latinLnBrk="1"/>
          <a:endParaRPr lang="ko-KR" altLang="en-US"/>
        </a:p>
      </dgm:t>
    </dgm:pt>
    <dgm:pt modelId="{841BEEED-190E-446A-AFB1-27163DEED62B}" type="sibTrans" cxnId="{0B3F53CC-5D3E-49DE-9C6B-6A289F5AFDC0}">
      <dgm:prSet/>
      <dgm:spPr/>
      <dgm:t>
        <a:bodyPr/>
        <a:lstStyle/>
        <a:p>
          <a:pPr latinLnBrk="1"/>
          <a:endParaRPr lang="ko-KR" altLang="en-US"/>
        </a:p>
      </dgm:t>
    </dgm:pt>
    <dgm:pt modelId="{AB17B0E4-3BFF-41A5-9429-AA0370CA8A4B}">
      <dgm:prSet/>
      <dgm:spPr/>
      <dgm:t>
        <a:bodyPr/>
        <a:lstStyle/>
        <a:p>
          <a:pPr rtl="0" latinLnBrk="1"/>
          <a:endParaRPr lang="ko-KR" dirty="0"/>
        </a:p>
      </dgm:t>
    </dgm:pt>
    <dgm:pt modelId="{9819CE4F-96CF-4EC4-A580-C94B91169F3C}" type="parTrans" cxnId="{A0B9705F-E451-4688-9470-D1BCCE72DDA3}">
      <dgm:prSet/>
      <dgm:spPr/>
      <dgm:t>
        <a:bodyPr/>
        <a:lstStyle/>
        <a:p>
          <a:pPr latinLnBrk="1"/>
          <a:endParaRPr lang="ko-KR" altLang="en-US"/>
        </a:p>
      </dgm:t>
    </dgm:pt>
    <dgm:pt modelId="{7F0C45D8-9E54-4A29-BE99-9D4E7C400D82}" type="sibTrans" cxnId="{A0B9705F-E451-4688-9470-D1BCCE72DDA3}">
      <dgm:prSet/>
      <dgm:spPr/>
      <dgm:t>
        <a:bodyPr/>
        <a:lstStyle/>
        <a:p>
          <a:pPr latinLnBrk="1"/>
          <a:endParaRPr lang="ko-KR" altLang="en-US"/>
        </a:p>
      </dgm:t>
    </dgm:pt>
    <dgm:pt modelId="{7FCE1857-7C1E-4F87-B0FB-8015339810C4}">
      <dgm:prSet/>
      <dgm:spPr/>
      <dgm:t>
        <a:bodyPr/>
        <a:lstStyle/>
        <a:p>
          <a:pPr latinLnBrk="1"/>
          <a:r>
            <a:rPr lang="ko-KR" altLang="en-US" dirty="0"/>
            <a:t>전광판 </a:t>
          </a:r>
          <a:r>
            <a:rPr lang="en-US" altLang="ko-KR" dirty="0"/>
            <a:t>: </a:t>
          </a:r>
          <a:r>
            <a:rPr lang="ko-KR" altLang="en-US" dirty="0"/>
            <a:t>테스트 이미지 전송 </a:t>
          </a:r>
          <a:r>
            <a:rPr lang="en-US" altLang="ko-KR" dirty="0"/>
            <a:t>(</a:t>
          </a:r>
          <a:r>
            <a:rPr lang="ko-KR" altLang="en-US" dirty="0"/>
            <a:t>전광판 크기에 따라 이미지 </a:t>
          </a:r>
          <a:r>
            <a:rPr lang="en-US" altLang="ko-KR" dirty="0"/>
            <a:t>pixel </a:t>
          </a:r>
          <a:r>
            <a:rPr lang="ko-KR" altLang="en-US" dirty="0"/>
            <a:t>변경</a:t>
          </a:r>
          <a:r>
            <a:rPr lang="en-US" altLang="ko-KR" dirty="0"/>
            <a:t>)</a:t>
          </a:r>
          <a:endParaRPr lang="ko-KR" dirty="0"/>
        </a:p>
      </dgm:t>
    </dgm:pt>
    <dgm:pt modelId="{221B1A42-7B45-4BAA-A27A-ACD289D4F28D}" type="parTrans" cxnId="{6198DEC8-CB49-48DC-8FE9-59F050862C22}">
      <dgm:prSet/>
      <dgm:spPr/>
      <dgm:t>
        <a:bodyPr/>
        <a:lstStyle/>
        <a:p>
          <a:pPr latinLnBrk="1"/>
          <a:endParaRPr lang="ko-KR" altLang="en-US"/>
        </a:p>
      </dgm:t>
    </dgm:pt>
    <dgm:pt modelId="{7FC435D3-C7B4-492C-BAE0-6972AB7A83AA}" type="sibTrans" cxnId="{6198DEC8-CB49-48DC-8FE9-59F050862C22}">
      <dgm:prSet/>
      <dgm:spPr/>
      <dgm:t>
        <a:bodyPr/>
        <a:lstStyle/>
        <a:p>
          <a:pPr latinLnBrk="1"/>
          <a:endParaRPr lang="ko-KR" altLang="en-US"/>
        </a:p>
      </dgm:t>
    </dgm:pt>
    <dgm:pt modelId="{5E1654D8-226C-4504-84C0-BB38E6796CAC}">
      <dgm:prSet/>
      <dgm:spPr/>
      <dgm:t>
        <a:bodyPr/>
        <a:lstStyle/>
        <a:p>
          <a:pPr rtl="0" latinLnBrk="1"/>
          <a:r>
            <a:rPr lang="ko-KR" altLang="en-US" dirty="0" err="1"/>
            <a:t>예경보</a:t>
          </a:r>
          <a:r>
            <a:rPr lang="ko-KR" altLang="en-US" dirty="0"/>
            <a:t> </a:t>
          </a:r>
          <a:r>
            <a:rPr lang="en-US" altLang="ko-KR" dirty="0"/>
            <a:t>: </a:t>
          </a:r>
          <a:r>
            <a:rPr lang="ko-KR" altLang="en-US" dirty="0" err="1"/>
            <a:t>기본멘트</a:t>
          </a:r>
          <a:r>
            <a:rPr lang="ko-KR" altLang="en-US" dirty="0"/>
            <a:t> </a:t>
          </a:r>
          <a:r>
            <a:rPr lang="en-US" altLang="ko-KR" dirty="0"/>
            <a:t>: OOO </a:t>
          </a:r>
          <a:r>
            <a:rPr lang="ko-KR" altLang="en-US" dirty="0"/>
            <a:t>방송 </a:t>
          </a:r>
          <a:r>
            <a:rPr lang="ko-KR" altLang="en-US" dirty="0" err="1"/>
            <a:t>시험중</a:t>
          </a:r>
          <a:r>
            <a:rPr lang="ko-KR" altLang="en-US" dirty="0"/>
            <a:t> 입니다</a:t>
          </a:r>
          <a:r>
            <a:rPr lang="en-US" altLang="ko-KR" dirty="0"/>
            <a:t>.</a:t>
          </a:r>
          <a:r>
            <a:rPr lang="ko-KR" altLang="en-US" dirty="0"/>
            <a:t> </a:t>
          </a:r>
          <a:r>
            <a:rPr lang="en-US" altLang="ko-KR" dirty="0"/>
            <a:t>(</a:t>
          </a:r>
          <a:r>
            <a:rPr lang="ko-KR" altLang="en-US" dirty="0"/>
            <a:t>멘트 입력 및 변경가능</a:t>
          </a:r>
          <a:r>
            <a:rPr lang="en-US" altLang="ko-KR" dirty="0"/>
            <a:t>)</a:t>
          </a:r>
          <a:endParaRPr lang="ko-KR" dirty="0"/>
        </a:p>
      </dgm:t>
    </dgm:pt>
    <dgm:pt modelId="{58851158-B4C6-487E-A048-36A91DF3C6B7}" type="parTrans" cxnId="{B0981E11-34FA-48CC-B404-1135A3E1CBFE}">
      <dgm:prSet/>
      <dgm:spPr/>
      <dgm:t>
        <a:bodyPr/>
        <a:lstStyle/>
        <a:p>
          <a:pPr latinLnBrk="1"/>
          <a:endParaRPr lang="ko-KR" altLang="en-US"/>
        </a:p>
      </dgm:t>
    </dgm:pt>
    <dgm:pt modelId="{199DC5CC-35BB-437E-8545-E4F74BDDAD3F}" type="sibTrans" cxnId="{B0981E11-34FA-48CC-B404-1135A3E1CBFE}">
      <dgm:prSet/>
      <dgm:spPr/>
      <dgm:t>
        <a:bodyPr/>
        <a:lstStyle/>
        <a:p>
          <a:pPr latinLnBrk="1"/>
          <a:endParaRPr lang="ko-KR" altLang="en-US"/>
        </a:p>
      </dgm:t>
    </dgm:pt>
    <dgm:pt modelId="{3D5B2A1C-DA29-44EA-B202-DF2EBC31D319}">
      <dgm:prSet/>
      <dgm:spPr/>
      <dgm:t>
        <a:bodyPr/>
        <a:lstStyle/>
        <a:p>
          <a:pPr rtl="0" latinLnBrk="1"/>
          <a:r>
            <a:rPr lang="ko-KR" altLang="en-US" dirty="0"/>
            <a:t>제어 이력은 관리페이지에서 확인 가능</a:t>
          </a:r>
          <a:r>
            <a:rPr lang="en-US" altLang="ko-KR" dirty="0"/>
            <a:t>.</a:t>
          </a:r>
          <a:endParaRPr lang="ko-KR" dirty="0"/>
        </a:p>
      </dgm:t>
    </dgm:pt>
    <dgm:pt modelId="{D78E605D-7A49-4F8E-AA01-C365F1A87A55}" type="parTrans" cxnId="{EA2906BE-75CC-4068-A09B-934F976E6B1A}">
      <dgm:prSet/>
      <dgm:spPr/>
      <dgm:t>
        <a:bodyPr/>
        <a:lstStyle/>
        <a:p>
          <a:pPr latinLnBrk="1"/>
          <a:endParaRPr lang="ko-KR" altLang="en-US"/>
        </a:p>
      </dgm:t>
    </dgm:pt>
    <dgm:pt modelId="{C49509E7-B7EB-4064-8324-2FC2843992DF}" type="sibTrans" cxnId="{EA2906BE-75CC-4068-A09B-934F976E6B1A}">
      <dgm:prSet/>
      <dgm:spPr/>
      <dgm:t>
        <a:bodyPr/>
        <a:lstStyle/>
        <a:p>
          <a:pPr latinLnBrk="1"/>
          <a:endParaRPr lang="ko-KR" altLang="en-US"/>
        </a:p>
      </dgm:t>
    </dgm:pt>
    <dgm:pt modelId="{72DF7938-EC03-4924-A125-D0B952274131}">
      <dgm:prSet/>
      <dgm:spPr/>
      <dgm:t>
        <a:bodyPr/>
        <a:lstStyle/>
        <a:p>
          <a:pPr rtl="0" latinLnBrk="1"/>
          <a:endParaRPr lang="ko-KR" dirty="0"/>
        </a:p>
      </dgm:t>
    </dgm:pt>
    <dgm:pt modelId="{471C1592-C3C3-4878-9A40-DF5348A6C97F}" type="parTrans" cxnId="{F9F8FD2A-46C8-4303-984B-D7F705062A32}">
      <dgm:prSet/>
      <dgm:spPr/>
      <dgm:t>
        <a:bodyPr/>
        <a:lstStyle/>
        <a:p>
          <a:pPr latinLnBrk="1"/>
          <a:endParaRPr lang="ko-KR" altLang="en-US"/>
        </a:p>
      </dgm:t>
    </dgm:pt>
    <dgm:pt modelId="{6B2B8C59-C4E7-4012-822F-411CB65A1095}" type="sibTrans" cxnId="{F9F8FD2A-46C8-4303-984B-D7F705062A32}">
      <dgm:prSet/>
      <dgm:spPr/>
      <dgm:t>
        <a:bodyPr/>
        <a:lstStyle/>
        <a:p>
          <a:pPr latinLnBrk="1"/>
          <a:endParaRPr lang="ko-KR" altLang="en-US"/>
        </a:p>
      </dgm:t>
    </dgm:pt>
    <dgm:pt modelId="{6A2FBB59-4634-4BF3-97CE-5838685AFC80}">
      <dgm:prSet/>
      <dgm:spPr/>
      <dgm:t>
        <a:bodyPr/>
        <a:lstStyle/>
        <a:p>
          <a:pPr latinLnBrk="1"/>
          <a:r>
            <a:rPr lang="ko-KR" altLang="en-US" dirty="0">
              <a:solidFill>
                <a:srgbClr val="FFFF00"/>
              </a:solidFill>
            </a:rPr>
            <a:t>전광판 테스트 문구는 </a:t>
          </a:r>
          <a:r>
            <a:rPr lang="en-US" altLang="ko-KR" dirty="0">
              <a:solidFill>
                <a:srgbClr val="FFFF00"/>
              </a:solidFill>
            </a:rPr>
            <a:t>5</a:t>
          </a:r>
          <a:r>
            <a:rPr lang="ko-KR" altLang="en-US" dirty="0">
              <a:solidFill>
                <a:srgbClr val="FFFF00"/>
              </a:solidFill>
            </a:rPr>
            <a:t>분 이후 자동으로 사라짐</a:t>
          </a:r>
          <a:endParaRPr lang="ko-KR" dirty="0">
            <a:solidFill>
              <a:srgbClr val="FFFF00"/>
            </a:solidFill>
          </a:endParaRPr>
        </a:p>
      </dgm:t>
    </dgm:pt>
    <dgm:pt modelId="{5AC4B398-6BBA-4001-A90E-3C133052E3F0}" type="parTrans" cxnId="{C5699597-DFE2-4376-A6F4-ACF9AEC580DD}">
      <dgm:prSet/>
      <dgm:spPr/>
      <dgm:t>
        <a:bodyPr/>
        <a:lstStyle/>
        <a:p>
          <a:pPr latinLnBrk="1"/>
          <a:endParaRPr lang="ko-KR" altLang="en-US"/>
        </a:p>
      </dgm:t>
    </dgm:pt>
    <dgm:pt modelId="{70F33EE1-1F69-45B4-8808-51D617CC4C4B}" type="sibTrans" cxnId="{C5699597-DFE2-4376-A6F4-ACF9AEC580DD}">
      <dgm:prSet/>
      <dgm:spPr/>
      <dgm:t>
        <a:bodyPr/>
        <a:lstStyle/>
        <a:p>
          <a:pPr latinLnBrk="1"/>
          <a:endParaRPr lang="ko-KR" altLang="en-US"/>
        </a:p>
      </dgm:t>
    </dgm:pt>
    <dgm:pt modelId="{EEE96C44-7750-4A7D-A3DE-C94D64B5DBBE}">
      <dgm:prSet/>
      <dgm:spPr/>
      <dgm:t>
        <a:bodyPr/>
        <a:lstStyle/>
        <a:p>
          <a:pPr rtl="0" latinLnBrk="1"/>
          <a:r>
            <a:rPr lang="ko-KR" altLang="en-US" dirty="0"/>
            <a:t>열림 </a:t>
          </a:r>
          <a:r>
            <a:rPr lang="en-US" altLang="ko-KR" dirty="0"/>
            <a:t>-&gt; </a:t>
          </a:r>
          <a:r>
            <a:rPr lang="en-US" altLang="ko-KR" dirty="0" err="1">
              <a:solidFill>
                <a:srgbClr val="00FF00"/>
              </a:solidFill>
            </a:rPr>
            <a:t>UpLock</a:t>
          </a:r>
          <a:r>
            <a:rPr lang="en-US" altLang="ko-KR" dirty="0">
              <a:solidFill>
                <a:srgbClr val="00FF00"/>
              </a:solidFill>
            </a:rPr>
            <a:t> </a:t>
          </a:r>
          <a:r>
            <a:rPr lang="ko-KR" altLang="en-US" dirty="0">
              <a:solidFill>
                <a:srgbClr val="00FF00"/>
              </a:solidFill>
            </a:rPr>
            <a:t>모드</a:t>
          </a:r>
          <a:r>
            <a:rPr lang="ko-KR" altLang="en-US" dirty="0"/>
            <a:t> </a:t>
          </a:r>
          <a:r>
            <a:rPr lang="en-US" altLang="ko-KR" dirty="0"/>
            <a:t>(</a:t>
          </a:r>
          <a:r>
            <a:rPr lang="ko-KR" altLang="en-US" dirty="0"/>
            <a:t>루프 검지 후에도 유지</a:t>
          </a:r>
          <a:r>
            <a:rPr lang="en-US" altLang="ko-KR" dirty="0"/>
            <a:t>)</a:t>
          </a:r>
          <a:endParaRPr lang="ko-KR" dirty="0"/>
        </a:p>
      </dgm:t>
    </dgm:pt>
    <dgm:pt modelId="{F2B309AA-AF19-4B88-8FA7-3F4299C9D94D}" type="parTrans" cxnId="{C9EFA8AE-DD9E-498A-9F18-6D071E9A751C}">
      <dgm:prSet/>
      <dgm:spPr/>
      <dgm:t>
        <a:bodyPr/>
        <a:lstStyle/>
        <a:p>
          <a:pPr latinLnBrk="1"/>
          <a:endParaRPr lang="ko-KR" altLang="en-US"/>
        </a:p>
      </dgm:t>
    </dgm:pt>
    <dgm:pt modelId="{DF5D46CF-4392-4A9B-86B5-EE03F4C3B327}" type="sibTrans" cxnId="{C9EFA8AE-DD9E-498A-9F18-6D071E9A751C}">
      <dgm:prSet/>
      <dgm:spPr/>
      <dgm:t>
        <a:bodyPr/>
        <a:lstStyle/>
        <a:p>
          <a:pPr latinLnBrk="1"/>
          <a:endParaRPr lang="ko-KR" altLang="en-US"/>
        </a:p>
      </dgm:t>
    </dgm:pt>
    <dgm:pt modelId="{CD6476E3-74F0-4581-A924-263B72CFCA6B}">
      <dgm:prSet/>
      <dgm:spPr/>
      <dgm:t>
        <a:bodyPr/>
        <a:lstStyle/>
        <a:p>
          <a:pPr rtl="0" latinLnBrk="1"/>
          <a:r>
            <a:rPr lang="ko-KR" altLang="en-US" dirty="0"/>
            <a:t>닫힘 </a:t>
          </a:r>
          <a:r>
            <a:rPr lang="en-US" altLang="ko-KR" dirty="0"/>
            <a:t>-&gt; </a:t>
          </a:r>
          <a:r>
            <a:rPr lang="en-US" altLang="ko-KR" dirty="0">
              <a:solidFill>
                <a:srgbClr val="FF0000"/>
              </a:solidFill>
            </a:rPr>
            <a:t>Close </a:t>
          </a:r>
          <a:r>
            <a:rPr lang="ko-KR" altLang="en-US" dirty="0">
              <a:solidFill>
                <a:srgbClr val="FF0000"/>
              </a:solidFill>
            </a:rPr>
            <a:t>모드</a:t>
          </a:r>
          <a:r>
            <a:rPr lang="ko-KR" altLang="en-US" dirty="0"/>
            <a:t> </a:t>
          </a:r>
          <a:r>
            <a:rPr lang="en-US" altLang="ko-KR" dirty="0"/>
            <a:t>(</a:t>
          </a:r>
          <a:r>
            <a:rPr lang="ko-KR" altLang="en-US" dirty="0"/>
            <a:t>루프 검지 시 열림</a:t>
          </a:r>
          <a:r>
            <a:rPr lang="en-US" altLang="ko-KR" dirty="0"/>
            <a:t>)</a:t>
          </a:r>
          <a:endParaRPr lang="ko-KR" dirty="0"/>
        </a:p>
      </dgm:t>
    </dgm:pt>
    <dgm:pt modelId="{C5515516-766D-4977-9323-E931AAD227D5}" type="parTrans" cxnId="{75E1BAA2-B6BC-4442-B1EE-7C2D290F9884}">
      <dgm:prSet/>
      <dgm:spPr/>
      <dgm:t>
        <a:bodyPr/>
        <a:lstStyle/>
        <a:p>
          <a:pPr latinLnBrk="1"/>
          <a:endParaRPr lang="ko-KR" altLang="en-US"/>
        </a:p>
      </dgm:t>
    </dgm:pt>
    <dgm:pt modelId="{AB35E5A5-2043-4BAF-B9FB-AC4DFF3BA4C4}" type="sibTrans" cxnId="{75E1BAA2-B6BC-4442-B1EE-7C2D290F9884}">
      <dgm:prSet/>
      <dgm:spPr/>
      <dgm:t>
        <a:bodyPr/>
        <a:lstStyle/>
        <a:p>
          <a:pPr latinLnBrk="1"/>
          <a:endParaRPr lang="ko-KR" altLang="en-US"/>
        </a:p>
      </dgm:t>
    </dgm:pt>
    <dgm:pt modelId="{02C61C62-296B-47BE-8317-6958A0F02438}">
      <dgm:prSet/>
      <dgm:spPr/>
      <dgm:t>
        <a:bodyPr/>
        <a:lstStyle/>
        <a:p>
          <a:pPr rtl="0" latinLnBrk="1"/>
          <a:endParaRPr lang="ko-KR" dirty="0"/>
        </a:p>
      </dgm:t>
    </dgm:pt>
    <dgm:pt modelId="{97BC5877-42AA-43FF-90A7-8D2F9781E843}" type="parTrans" cxnId="{15B69C80-1255-495E-8975-C91855E78962}">
      <dgm:prSet/>
      <dgm:spPr/>
      <dgm:t>
        <a:bodyPr/>
        <a:lstStyle/>
        <a:p>
          <a:pPr latinLnBrk="1"/>
          <a:endParaRPr lang="ko-KR" altLang="en-US"/>
        </a:p>
      </dgm:t>
    </dgm:pt>
    <dgm:pt modelId="{29394D67-55EB-4FB3-8C5D-D6741CEE3B61}" type="sibTrans" cxnId="{15B69C80-1255-495E-8975-C91855E78962}">
      <dgm:prSet/>
      <dgm:spPr/>
      <dgm:t>
        <a:bodyPr/>
        <a:lstStyle/>
        <a:p>
          <a:pPr latinLnBrk="1"/>
          <a:endParaRPr lang="ko-KR" altLang="en-US"/>
        </a:p>
      </dgm:t>
    </dgm:pt>
    <dgm:pt modelId="{768DAB23-7BD3-46C4-97A1-B8A6E7F4BFDD}">
      <dgm:prSet/>
      <dgm:spPr/>
      <dgm:t>
        <a:bodyPr/>
        <a:lstStyle/>
        <a:p>
          <a:pPr rtl="0" latinLnBrk="1"/>
          <a:endParaRPr lang="ko-KR" dirty="0"/>
        </a:p>
      </dgm:t>
    </dgm:pt>
    <dgm:pt modelId="{9A6A8D33-E033-4082-98C5-531C46909157}" type="parTrans" cxnId="{676BC99C-FBA1-46E8-9A44-C0493896F1E3}">
      <dgm:prSet/>
      <dgm:spPr/>
      <dgm:t>
        <a:bodyPr/>
        <a:lstStyle/>
        <a:p>
          <a:pPr latinLnBrk="1"/>
          <a:endParaRPr lang="ko-KR" altLang="en-US"/>
        </a:p>
      </dgm:t>
    </dgm:pt>
    <dgm:pt modelId="{943D4C1A-0AA4-4D4B-A911-36760AF69C81}" type="sibTrans" cxnId="{676BC99C-FBA1-46E8-9A44-C0493896F1E3}">
      <dgm:prSet/>
      <dgm:spPr/>
      <dgm:t>
        <a:bodyPr/>
        <a:lstStyle/>
        <a:p>
          <a:pPr latinLnBrk="1"/>
          <a:endParaRPr lang="ko-KR" altLang="en-US"/>
        </a:p>
      </dgm:t>
    </dgm:pt>
    <dgm:pt modelId="{B1F08060-7408-493B-B58A-26D5D6A29338}" type="pres">
      <dgm:prSet presAssocID="{8B21CEE4-B6EA-44AF-B7B3-C27AA24187C1}" presName="linear" presStyleCnt="0">
        <dgm:presLayoutVars>
          <dgm:animLvl val="lvl"/>
          <dgm:resizeHandles val="exact"/>
        </dgm:presLayoutVars>
      </dgm:prSet>
      <dgm:spPr/>
    </dgm:pt>
    <dgm:pt modelId="{0FC1636D-E616-4F71-913B-F33C39CE5A19}" type="pres">
      <dgm:prSet presAssocID="{5DF1D2ED-5CB1-436D-ADBB-FAA9FE6EE2D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EF970A5-61EE-4DEB-B600-92261AB42321}" type="pres">
      <dgm:prSet presAssocID="{5DF1D2ED-5CB1-436D-ADBB-FAA9FE6EE2D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0981E11-34FA-48CC-B404-1135A3E1CBFE}" srcId="{5DF1D2ED-5CB1-436D-ADBB-FAA9FE6EE2D9}" destId="{5E1654D8-226C-4504-84C0-BB38E6796CAC}" srcOrd="3" destOrd="0" parTransId="{58851158-B4C6-487E-A048-36A91DF3C6B7}" sibTransId="{199DC5CC-35BB-437E-8545-E4F74BDDAD3F}"/>
    <dgm:cxn modelId="{1D76A713-6640-43FF-9D6A-5A8C9CB4B4A3}" type="presOf" srcId="{8B21CEE4-B6EA-44AF-B7B3-C27AA24187C1}" destId="{B1F08060-7408-493B-B58A-26D5D6A29338}" srcOrd="0" destOrd="0" presId="urn:microsoft.com/office/officeart/2005/8/layout/vList2"/>
    <dgm:cxn modelId="{AE2FBA1C-E665-42C3-A57C-7DE9AE2B7CD1}" type="presOf" srcId="{AB17B0E4-3BFF-41A5-9429-AA0370CA8A4B}" destId="{6EF970A5-61EE-4DEB-B600-92261AB42321}" srcOrd="0" destOrd="12" presId="urn:microsoft.com/office/officeart/2005/8/layout/vList2"/>
    <dgm:cxn modelId="{FC534324-6BE9-443E-9D87-864C10281406}" type="presOf" srcId="{72304399-154E-4534-8EB5-E85C37771448}" destId="{6EF970A5-61EE-4DEB-B600-92261AB42321}" srcOrd="0" destOrd="5" presId="urn:microsoft.com/office/officeart/2005/8/layout/vList2"/>
    <dgm:cxn modelId="{5743E526-46B8-4AAD-8EF8-CF6801DAF0E6}" type="presOf" srcId="{8ACEEC40-104F-4D35-9C76-201CE4A7DCA2}" destId="{6EF970A5-61EE-4DEB-B600-92261AB42321}" srcOrd="0" destOrd="11" presId="urn:microsoft.com/office/officeart/2005/8/layout/vList2"/>
    <dgm:cxn modelId="{F9F8FD2A-46C8-4303-984B-D7F705062A32}" srcId="{5DF1D2ED-5CB1-436D-ADBB-FAA9FE6EE2D9}" destId="{72DF7938-EC03-4924-A125-D0B952274131}" srcOrd="2" destOrd="0" parTransId="{471C1592-C3C3-4878-9A40-DF5348A6C97F}" sibTransId="{6B2B8C59-C4E7-4012-822F-411CB65A1095}"/>
    <dgm:cxn modelId="{4360F531-2C2A-4A82-B501-04F0A63692D4}" type="presOf" srcId="{CD6476E3-74F0-4581-A924-263B72CFCA6B}" destId="{6EF970A5-61EE-4DEB-B600-92261AB42321}" srcOrd="0" destOrd="7" presId="urn:microsoft.com/office/officeart/2005/8/layout/vList2"/>
    <dgm:cxn modelId="{983C8434-1810-4DC0-80C8-FF767316B620}" type="presOf" srcId="{72DF7938-EC03-4924-A125-D0B952274131}" destId="{6EF970A5-61EE-4DEB-B600-92261AB42321}" srcOrd="0" destOrd="2" presId="urn:microsoft.com/office/officeart/2005/8/layout/vList2"/>
    <dgm:cxn modelId="{A0B9705F-E451-4688-9470-D1BCCE72DDA3}" srcId="{5DF1D2ED-5CB1-436D-ADBB-FAA9FE6EE2D9}" destId="{AB17B0E4-3BFF-41A5-9429-AA0370CA8A4B}" srcOrd="8" destOrd="0" parTransId="{9819CE4F-96CF-4EC4-A580-C94B91169F3C}" sibTransId="{7F0C45D8-9E54-4A29-BE99-9D4E7C400D82}"/>
    <dgm:cxn modelId="{498B9263-BE6B-4D56-9C3A-27EF67C9267E}" srcId="{8B21CEE4-B6EA-44AF-B7B3-C27AA24187C1}" destId="{5DF1D2ED-5CB1-436D-ADBB-FAA9FE6EE2D9}" srcOrd="0" destOrd="0" parTransId="{32F25D6D-F3CD-4A51-85C1-4DD9399F21DE}" sibTransId="{9F7B6CCF-B959-47B0-9AE7-CDA5A4E60D02}"/>
    <dgm:cxn modelId="{F5283A49-9D02-4F05-8B29-E5FE07AC4759}" srcId="{5DF1D2ED-5CB1-436D-ADBB-FAA9FE6EE2D9}" destId="{9A238A71-563B-4C0D-8659-015C013EE0F4}" srcOrd="0" destOrd="0" parTransId="{1D2B1D95-D399-4844-AB70-3F1010A21619}" sibTransId="{FB68158F-C9A8-43BB-8EC4-A62183CFEB16}"/>
    <dgm:cxn modelId="{4243CD5A-3A66-4FF9-AD3A-C5148A99CCB7}" type="presOf" srcId="{7FCE1857-7C1E-4F87-B0FB-8015339810C4}" destId="{6EF970A5-61EE-4DEB-B600-92261AB42321}" srcOrd="0" destOrd="9" presId="urn:microsoft.com/office/officeart/2005/8/layout/vList2"/>
    <dgm:cxn modelId="{15B69C80-1255-495E-8975-C91855E78962}" srcId="{72304399-154E-4534-8EB5-E85C37771448}" destId="{02C61C62-296B-47BE-8317-6958A0F02438}" srcOrd="2" destOrd="0" parTransId="{97BC5877-42AA-43FF-90A7-8D2F9781E843}" sibTransId="{29394D67-55EB-4FB3-8C5D-D6741CEE3B61}"/>
    <dgm:cxn modelId="{0D10018D-45F2-4F96-B6A1-CA238A7152B9}" type="presOf" srcId="{3D5B2A1C-DA29-44EA-B202-DF2EBC31D319}" destId="{6EF970A5-61EE-4DEB-B600-92261AB42321}" srcOrd="0" destOrd="1" presId="urn:microsoft.com/office/officeart/2005/8/layout/vList2"/>
    <dgm:cxn modelId="{BC0F5B90-276D-4FA2-ADCA-C5F4B61FF295}" type="presOf" srcId="{EEE96C44-7750-4A7D-A3DE-C94D64B5DBBE}" destId="{6EF970A5-61EE-4DEB-B600-92261AB42321}" srcOrd="0" destOrd="6" presId="urn:microsoft.com/office/officeart/2005/8/layout/vList2"/>
    <dgm:cxn modelId="{C5699597-DFE2-4376-A6F4-ACF9AEC580DD}" srcId="{7FCE1857-7C1E-4F87-B0FB-8015339810C4}" destId="{6A2FBB59-4634-4BF3-97CE-5838685AFC80}" srcOrd="0" destOrd="0" parTransId="{5AC4B398-6BBA-4001-A90E-3C133052E3F0}" sibTransId="{70F33EE1-1F69-45B4-8808-51D617CC4C4B}"/>
    <dgm:cxn modelId="{33AF009C-F088-483F-8A13-F6F81CCE142C}" type="presOf" srcId="{9A238A71-563B-4C0D-8659-015C013EE0F4}" destId="{6EF970A5-61EE-4DEB-B600-92261AB42321}" srcOrd="0" destOrd="0" presId="urn:microsoft.com/office/officeart/2005/8/layout/vList2"/>
    <dgm:cxn modelId="{676BC99C-FBA1-46E8-9A44-C0493896F1E3}" srcId="{5DF1D2ED-5CB1-436D-ADBB-FAA9FE6EE2D9}" destId="{768DAB23-7BD3-46C4-97A1-B8A6E7F4BFDD}" srcOrd="4" destOrd="0" parTransId="{9A6A8D33-E033-4082-98C5-531C46909157}" sibTransId="{943D4C1A-0AA4-4D4B-A911-36760AF69C81}"/>
    <dgm:cxn modelId="{75E1BAA2-B6BC-4442-B1EE-7C2D290F9884}" srcId="{72304399-154E-4534-8EB5-E85C37771448}" destId="{CD6476E3-74F0-4581-A924-263B72CFCA6B}" srcOrd="1" destOrd="0" parTransId="{C5515516-766D-4977-9323-E931AAD227D5}" sibTransId="{AB35E5A5-2043-4BAF-B9FB-AC4DFF3BA4C4}"/>
    <dgm:cxn modelId="{FDD7E3A3-2F48-46E3-886C-A8F0B8F387CE}" type="presOf" srcId="{02C61C62-296B-47BE-8317-6958A0F02438}" destId="{6EF970A5-61EE-4DEB-B600-92261AB42321}" srcOrd="0" destOrd="8" presId="urn:microsoft.com/office/officeart/2005/8/layout/vList2"/>
    <dgm:cxn modelId="{C9EFA8AE-DD9E-498A-9F18-6D071E9A751C}" srcId="{72304399-154E-4534-8EB5-E85C37771448}" destId="{EEE96C44-7750-4A7D-A3DE-C94D64B5DBBE}" srcOrd="0" destOrd="0" parTransId="{F2B309AA-AF19-4B88-8FA7-3F4299C9D94D}" sibTransId="{DF5D46CF-4392-4A9B-86B5-EE03F4C3B327}"/>
    <dgm:cxn modelId="{005817B6-768C-437F-A143-256D4EAB6971}" type="presOf" srcId="{768DAB23-7BD3-46C4-97A1-B8A6E7F4BFDD}" destId="{6EF970A5-61EE-4DEB-B600-92261AB42321}" srcOrd="0" destOrd="4" presId="urn:microsoft.com/office/officeart/2005/8/layout/vList2"/>
    <dgm:cxn modelId="{EA2906BE-75CC-4068-A09B-934F976E6B1A}" srcId="{5DF1D2ED-5CB1-436D-ADBB-FAA9FE6EE2D9}" destId="{3D5B2A1C-DA29-44EA-B202-DF2EBC31D319}" srcOrd="1" destOrd="0" parTransId="{D78E605D-7A49-4F8E-AA01-C365F1A87A55}" sibTransId="{C49509E7-B7EB-4064-8324-2FC2843992DF}"/>
    <dgm:cxn modelId="{3B6007BE-8CCF-449F-8A74-A46EBDBD9425}" type="presOf" srcId="{5E1654D8-226C-4504-84C0-BB38E6796CAC}" destId="{6EF970A5-61EE-4DEB-B600-92261AB42321}" srcOrd="0" destOrd="3" presId="urn:microsoft.com/office/officeart/2005/8/layout/vList2"/>
    <dgm:cxn modelId="{384878C4-5313-4953-8F90-3583E1A3D4B7}" type="presOf" srcId="{5DF1D2ED-5CB1-436D-ADBB-FAA9FE6EE2D9}" destId="{0FC1636D-E616-4F71-913B-F33C39CE5A19}" srcOrd="0" destOrd="0" presId="urn:microsoft.com/office/officeart/2005/8/layout/vList2"/>
    <dgm:cxn modelId="{6198DEC8-CB49-48DC-8FE9-59F050862C22}" srcId="{5DF1D2ED-5CB1-436D-ADBB-FAA9FE6EE2D9}" destId="{7FCE1857-7C1E-4F87-B0FB-8015339810C4}" srcOrd="6" destOrd="0" parTransId="{221B1A42-7B45-4BAA-A27A-ACD289D4F28D}" sibTransId="{7FC435D3-C7B4-492C-BAE0-6972AB7A83AA}"/>
    <dgm:cxn modelId="{0B3F53CC-5D3E-49DE-9C6B-6A289F5AFDC0}" srcId="{5DF1D2ED-5CB1-436D-ADBB-FAA9FE6EE2D9}" destId="{8ACEEC40-104F-4D35-9C76-201CE4A7DCA2}" srcOrd="7" destOrd="0" parTransId="{6CB368CA-5972-4C83-8873-31B0570FB2BE}" sibTransId="{841BEEED-190E-446A-AFB1-27163DEED62B}"/>
    <dgm:cxn modelId="{B651AFDC-4989-423D-AD2E-8711F83280CC}" srcId="{5DF1D2ED-5CB1-436D-ADBB-FAA9FE6EE2D9}" destId="{72304399-154E-4534-8EB5-E85C37771448}" srcOrd="5" destOrd="0" parTransId="{4AB8CF13-CDB7-4A05-A34D-E9371825A422}" sibTransId="{81CEFDF6-31FF-4BD2-9E87-547593C69FA9}"/>
    <dgm:cxn modelId="{240F2DF0-58EB-45BD-86CE-0BFE16454CA4}" type="presOf" srcId="{6A2FBB59-4634-4BF3-97CE-5838685AFC80}" destId="{6EF970A5-61EE-4DEB-B600-92261AB42321}" srcOrd="0" destOrd="10" presId="urn:microsoft.com/office/officeart/2005/8/layout/vList2"/>
    <dgm:cxn modelId="{88C8FF47-21D1-431A-9E4D-382C0F18CE4C}" type="presParOf" srcId="{B1F08060-7408-493B-B58A-26D5D6A29338}" destId="{0FC1636D-E616-4F71-913B-F33C39CE5A19}" srcOrd="0" destOrd="0" presId="urn:microsoft.com/office/officeart/2005/8/layout/vList2"/>
    <dgm:cxn modelId="{A6408D7A-4B27-4BC0-B420-5E81C5DAEC1B}" type="presParOf" srcId="{B1F08060-7408-493B-B58A-26D5D6A29338}" destId="{6EF970A5-61EE-4DEB-B600-92261AB4232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B21CEE4-B6EA-44AF-B7B3-C27AA24187C1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9F10BA66-5161-439E-B46F-094870209DE8}">
      <dgm:prSet custT="1"/>
      <dgm:spPr/>
      <dgm:t>
        <a:bodyPr/>
        <a:lstStyle/>
        <a:p>
          <a:pPr rtl="0" latinLnBrk="1"/>
          <a:r>
            <a:rPr lang="en-US" sz="1600" b="1" dirty="0"/>
            <a:t>1. </a:t>
          </a:r>
          <a:r>
            <a:rPr lang="ko-KR" altLang="en-US" sz="1600" b="1" dirty="0"/>
            <a:t>지역 선택 </a:t>
          </a:r>
          <a:r>
            <a:rPr lang="ko-KR" sz="1600" b="1" dirty="0"/>
            <a:t>영역</a:t>
          </a:r>
        </a:p>
      </dgm:t>
    </dgm:pt>
    <dgm:pt modelId="{20805D97-F6C5-4B95-A744-4E7AF096F2D5}" type="par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6E61FC9F-7C12-4C4D-9A7A-885DF7CD810F}" type="sib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2BF45C17-DF01-4726-A8F6-DE40E1482E66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전국</a:t>
          </a:r>
          <a:r>
            <a:rPr lang="en-US" altLang="ko-KR" sz="1400" dirty="0"/>
            <a:t>/</a:t>
          </a:r>
          <a:r>
            <a:rPr lang="ko-KR" altLang="en-US" sz="1400" dirty="0"/>
            <a:t>전라도</a:t>
          </a:r>
          <a:r>
            <a:rPr lang="en-US" altLang="ko-KR" sz="1400" dirty="0"/>
            <a:t>/</a:t>
          </a:r>
          <a:r>
            <a:rPr lang="ko-KR" altLang="en-US" sz="1400" dirty="0"/>
            <a:t>경상도</a:t>
          </a:r>
          <a:r>
            <a:rPr lang="en-US" altLang="ko-KR" sz="1400" dirty="0"/>
            <a:t>/</a:t>
          </a:r>
          <a:r>
            <a:rPr lang="ko-KR" altLang="en-US" sz="1400" dirty="0"/>
            <a:t>충청도</a:t>
          </a:r>
          <a:r>
            <a:rPr lang="en-US" altLang="ko-KR" sz="1400" dirty="0"/>
            <a:t>/</a:t>
          </a:r>
          <a:r>
            <a:rPr lang="ko-KR" altLang="en-US" sz="1400" dirty="0"/>
            <a:t>강원도</a:t>
          </a:r>
          <a:r>
            <a:rPr lang="en-US" altLang="ko-KR" sz="1400" dirty="0"/>
            <a:t>/</a:t>
          </a:r>
          <a:r>
            <a:rPr lang="ko-KR" altLang="en-US" sz="1400" dirty="0"/>
            <a:t>경기도</a:t>
          </a:r>
          <a:r>
            <a:rPr lang="en-US" altLang="ko-KR" sz="1400" dirty="0"/>
            <a:t>/</a:t>
          </a:r>
          <a:r>
            <a:rPr lang="ko-KR" altLang="en-US" sz="1400" dirty="0"/>
            <a:t>인천</a:t>
          </a:r>
          <a:r>
            <a:rPr lang="en-US" altLang="ko-KR" sz="1400" dirty="0"/>
            <a:t>/</a:t>
          </a:r>
          <a:r>
            <a:rPr lang="ko-KR" altLang="en-US" sz="1400" dirty="0"/>
            <a:t>제주 지역 표출</a:t>
          </a:r>
          <a:endParaRPr lang="ko-KR" sz="1400" dirty="0"/>
        </a:p>
      </dgm:t>
    </dgm:pt>
    <dgm:pt modelId="{FFF2F253-A0AD-414D-9479-FFFA3910AC2A}" type="parTrans" cxnId="{3FD18E8B-05C7-4491-B162-D65EBB1EDEA1}">
      <dgm:prSet/>
      <dgm:spPr/>
      <dgm:t>
        <a:bodyPr/>
        <a:lstStyle/>
        <a:p>
          <a:pPr latinLnBrk="1"/>
          <a:endParaRPr lang="ko-KR" altLang="en-US"/>
        </a:p>
      </dgm:t>
    </dgm:pt>
    <dgm:pt modelId="{E46DF3DC-6859-4997-ADEF-47D60316AAD0}" type="sibTrans" cxnId="{3FD18E8B-05C7-4491-B162-D65EBB1EDEA1}">
      <dgm:prSet/>
      <dgm:spPr/>
      <dgm:t>
        <a:bodyPr/>
        <a:lstStyle/>
        <a:p>
          <a:pPr latinLnBrk="1"/>
          <a:endParaRPr lang="ko-KR" altLang="en-US"/>
        </a:p>
      </dgm:t>
    </dgm:pt>
    <dgm:pt modelId="{E751BDDF-1EAA-426E-BF96-99AAF4E6476B}">
      <dgm:prSet custT="1"/>
      <dgm:spPr/>
      <dgm:t>
        <a:bodyPr/>
        <a:lstStyle/>
        <a:p>
          <a:pPr rtl="0" latinLnBrk="1"/>
          <a:r>
            <a:rPr lang="en-US" sz="1400" b="1" dirty="0"/>
            <a:t>2. </a:t>
          </a:r>
          <a:r>
            <a:rPr lang="ko-KR" altLang="en-US" sz="1400" b="1" dirty="0"/>
            <a:t>장비 검색</a:t>
          </a:r>
          <a:r>
            <a:rPr lang="en-US" sz="1400" b="1" dirty="0"/>
            <a:t> </a:t>
          </a:r>
          <a:r>
            <a:rPr lang="ko-KR" sz="1400" b="1" dirty="0"/>
            <a:t>영역</a:t>
          </a:r>
        </a:p>
      </dgm:t>
    </dgm:pt>
    <dgm:pt modelId="{8900C900-0C21-4D52-80E7-DAA82B0402F1}" type="parTrans" cxnId="{D0007C5A-D69E-456A-A5B3-BE68D2A65594}">
      <dgm:prSet/>
      <dgm:spPr/>
      <dgm:t>
        <a:bodyPr/>
        <a:lstStyle/>
        <a:p>
          <a:pPr latinLnBrk="1"/>
          <a:endParaRPr lang="ko-KR" altLang="en-US"/>
        </a:p>
      </dgm:t>
    </dgm:pt>
    <dgm:pt modelId="{43FD233B-A39B-4A6E-8613-7AAFCFA4D725}" type="sibTrans" cxnId="{D0007C5A-D69E-456A-A5B3-BE68D2A65594}">
      <dgm:prSet/>
      <dgm:spPr/>
      <dgm:t>
        <a:bodyPr/>
        <a:lstStyle/>
        <a:p>
          <a:pPr latinLnBrk="1"/>
          <a:endParaRPr lang="ko-KR" altLang="en-US"/>
        </a:p>
      </dgm:t>
    </dgm:pt>
    <dgm:pt modelId="{B56FA5F6-0EC5-4534-8B64-F731ADDC1D11}">
      <dgm:prSet custT="1"/>
      <dgm:spPr/>
      <dgm:t>
        <a:bodyPr/>
        <a:lstStyle/>
        <a:p>
          <a:pPr rtl="0" latinLnBrk="1"/>
          <a:r>
            <a:rPr lang="ko-KR" altLang="en-US" sz="1400" dirty="0"/>
            <a:t>진행률그래프</a:t>
          </a:r>
          <a:r>
            <a:rPr lang="en-US" altLang="ko-KR" sz="1400" dirty="0"/>
            <a:t>(Progress Bar) </a:t>
          </a:r>
          <a:r>
            <a:rPr lang="ko-KR" altLang="en-US" sz="1400" dirty="0"/>
            <a:t>가 없어지면 데이터 자동갱신</a:t>
          </a:r>
          <a:r>
            <a:rPr lang="en-US" altLang="ko-KR" sz="1400" dirty="0"/>
            <a:t>(20</a:t>
          </a:r>
          <a:r>
            <a:rPr lang="ko-KR" altLang="en-US" sz="1400" dirty="0"/>
            <a:t>초</a:t>
          </a:r>
          <a:r>
            <a:rPr lang="en-US" altLang="ko-KR" sz="1400" dirty="0"/>
            <a:t>)</a:t>
          </a:r>
          <a:endParaRPr lang="ko-KR" sz="1400" dirty="0"/>
        </a:p>
      </dgm:t>
    </dgm:pt>
    <dgm:pt modelId="{CB757B84-D126-4F32-BC9B-CD37982E4F61}" type="parTrans" cxnId="{946F0C75-DFD6-4BED-B69E-1355FB3C3F43}">
      <dgm:prSet/>
      <dgm:spPr/>
      <dgm:t>
        <a:bodyPr/>
        <a:lstStyle/>
        <a:p>
          <a:pPr latinLnBrk="1"/>
          <a:endParaRPr lang="ko-KR" altLang="en-US"/>
        </a:p>
      </dgm:t>
    </dgm:pt>
    <dgm:pt modelId="{9F21BE2A-6A2C-43A1-8522-5C685DC3E29F}" type="sibTrans" cxnId="{946F0C75-DFD6-4BED-B69E-1355FB3C3F43}">
      <dgm:prSet/>
      <dgm:spPr/>
      <dgm:t>
        <a:bodyPr/>
        <a:lstStyle/>
        <a:p>
          <a:pPr latinLnBrk="1"/>
          <a:endParaRPr lang="ko-KR" altLang="en-US"/>
        </a:p>
      </dgm:t>
    </dgm:pt>
    <dgm:pt modelId="{C8470C1C-446D-4617-88E9-FDCD93886F8E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각 지역 클릭 시 상세 시</a:t>
          </a:r>
          <a:r>
            <a:rPr lang="en-US" altLang="ko-KR" sz="1400" dirty="0"/>
            <a:t>.</a:t>
          </a:r>
          <a:r>
            <a:rPr lang="ko-KR" altLang="en-US" sz="1400" dirty="0"/>
            <a:t>군</a:t>
          </a:r>
          <a:r>
            <a:rPr lang="en-US" altLang="ko-KR" sz="1400" dirty="0"/>
            <a:t>.</a:t>
          </a:r>
          <a:r>
            <a:rPr lang="ko-KR" altLang="en-US" sz="1400" dirty="0"/>
            <a:t>구 리스트 표출</a:t>
          </a:r>
          <a:br>
            <a:rPr lang="en-US" altLang="ko-KR" sz="1400" dirty="0"/>
          </a:br>
          <a:r>
            <a:rPr lang="en-US" altLang="ko-KR" sz="1400" dirty="0"/>
            <a:t>- </a:t>
          </a:r>
          <a:r>
            <a:rPr lang="ko-KR" altLang="en-US" sz="1400" dirty="0"/>
            <a:t>좌우로 </a:t>
          </a:r>
          <a:r>
            <a:rPr lang="ko-KR" altLang="en-US" sz="1400" dirty="0" err="1"/>
            <a:t>스와이프</a:t>
          </a:r>
          <a:r>
            <a:rPr lang="en-US" altLang="ko-KR" sz="1400" dirty="0"/>
            <a:t>(</a:t>
          </a:r>
          <a:r>
            <a:rPr lang="ko-KR" altLang="en-US" sz="1400" dirty="0"/>
            <a:t>스크롤</a:t>
          </a:r>
          <a:r>
            <a:rPr lang="en-US" altLang="ko-KR" sz="1400" dirty="0"/>
            <a:t>) </a:t>
          </a:r>
          <a:r>
            <a:rPr lang="ko-KR" altLang="en-US" sz="1400" dirty="0"/>
            <a:t>가능</a:t>
          </a:r>
          <a:endParaRPr lang="ko-KR" sz="1400" dirty="0"/>
        </a:p>
      </dgm:t>
    </dgm:pt>
    <dgm:pt modelId="{7DFE95DB-BFC1-400D-93FE-6BBD6D5CBE45}" type="parTrans" cxnId="{24EB28A6-F0F3-492E-B5DF-D47091D474B1}">
      <dgm:prSet/>
      <dgm:spPr/>
      <dgm:t>
        <a:bodyPr/>
        <a:lstStyle/>
        <a:p>
          <a:pPr latinLnBrk="1"/>
          <a:endParaRPr lang="ko-KR" altLang="en-US"/>
        </a:p>
      </dgm:t>
    </dgm:pt>
    <dgm:pt modelId="{8A2129EB-1681-4E57-BD2C-D07D343FDE5C}" type="sibTrans" cxnId="{24EB28A6-F0F3-492E-B5DF-D47091D474B1}">
      <dgm:prSet/>
      <dgm:spPr/>
      <dgm:t>
        <a:bodyPr/>
        <a:lstStyle/>
        <a:p>
          <a:pPr latinLnBrk="1"/>
          <a:endParaRPr lang="ko-KR" altLang="en-US"/>
        </a:p>
      </dgm:t>
    </dgm:pt>
    <dgm:pt modelId="{8086CCA3-67E3-433E-BEB7-33029DF57397}">
      <dgm:prSet custT="1"/>
      <dgm:spPr/>
      <dgm:t>
        <a:bodyPr/>
        <a:lstStyle/>
        <a:p>
          <a:pPr rtl="0" latinLnBrk="1">
            <a:lnSpc>
              <a:spcPct val="100000"/>
            </a:lnSpc>
          </a:pPr>
          <a:endParaRPr lang="ko-KR" sz="1400" dirty="0"/>
        </a:p>
      </dgm:t>
    </dgm:pt>
    <dgm:pt modelId="{8BECB6B0-65CC-4AC8-BB57-87EF20AE4828}" type="parTrans" cxnId="{9EC74BC8-313C-42AE-8E3B-CC2D0C5EAABF}">
      <dgm:prSet/>
      <dgm:spPr/>
      <dgm:t>
        <a:bodyPr/>
        <a:lstStyle/>
        <a:p>
          <a:pPr latinLnBrk="1"/>
          <a:endParaRPr lang="ko-KR" altLang="en-US"/>
        </a:p>
      </dgm:t>
    </dgm:pt>
    <dgm:pt modelId="{316AD334-DFC0-4E44-BE9F-8A35FA6BB1F7}" type="sibTrans" cxnId="{9EC74BC8-313C-42AE-8E3B-CC2D0C5EAABF}">
      <dgm:prSet/>
      <dgm:spPr/>
      <dgm:t>
        <a:bodyPr/>
        <a:lstStyle/>
        <a:p>
          <a:pPr latinLnBrk="1"/>
          <a:endParaRPr lang="ko-KR" altLang="en-US"/>
        </a:p>
      </dgm:t>
    </dgm:pt>
    <dgm:pt modelId="{F43B8ACD-A596-470D-AD0D-9E5046D6D5AF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지역검색 창에 클릭 또는 타이핑</a:t>
          </a:r>
          <a:r>
            <a:rPr lang="en-US" altLang="ko-KR" sz="1400" dirty="0"/>
            <a:t>(</a:t>
          </a:r>
          <a:r>
            <a:rPr lang="ko-KR" altLang="en-US" sz="1400" dirty="0"/>
            <a:t>입력</a:t>
          </a:r>
          <a:r>
            <a:rPr lang="en-US" altLang="ko-KR" sz="1400" dirty="0"/>
            <a:t>)</a:t>
          </a:r>
          <a:r>
            <a:rPr lang="ko-KR" altLang="en-US" sz="1400" dirty="0"/>
            <a:t>으로 특정지역 검색 가능</a:t>
          </a:r>
          <a:endParaRPr lang="ko-KR" sz="1400" dirty="0"/>
        </a:p>
      </dgm:t>
    </dgm:pt>
    <dgm:pt modelId="{CCB37578-631D-42C7-81C4-0290A45E5F39}" type="parTrans" cxnId="{18D0DCB4-190A-4135-AD03-D976B4EB3C45}">
      <dgm:prSet/>
      <dgm:spPr/>
      <dgm:t>
        <a:bodyPr/>
        <a:lstStyle/>
        <a:p>
          <a:pPr latinLnBrk="1"/>
          <a:endParaRPr lang="ko-KR" altLang="en-US"/>
        </a:p>
      </dgm:t>
    </dgm:pt>
    <dgm:pt modelId="{98DDEC74-B69A-4719-AB45-AEE2BCDF986A}" type="sibTrans" cxnId="{18D0DCB4-190A-4135-AD03-D976B4EB3C45}">
      <dgm:prSet/>
      <dgm:spPr/>
      <dgm:t>
        <a:bodyPr/>
        <a:lstStyle/>
        <a:p>
          <a:pPr latinLnBrk="1"/>
          <a:endParaRPr lang="ko-KR" altLang="en-US"/>
        </a:p>
      </dgm:t>
    </dgm:pt>
    <dgm:pt modelId="{3F5E3B6C-1015-42A1-8077-7ECE2F7B7385}">
      <dgm:prSet custT="1"/>
      <dgm:spPr/>
      <dgm:t>
        <a:bodyPr/>
        <a:lstStyle/>
        <a:p>
          <a:pPr rtl="0" latinLnBrk="1"/>
          <a:r>
            <a:rPr lang="ko-KR" altLang="en-US" sz="1400" dirty="0"/>
            <a:t>장비검색 창에서 장비명칭으로 검색 가능</a:t>
          </a:r>
          <a:endParaRPr lang="ko-KR" sz="1400" dirty="0"/>
        </a:p>
      </dgm:t>
    </dgm:pt>
    <dgm:pt modelId="{76EA1BD5-5B0C-41AA-80A0-DBCD1ECF2234}" type="parTrans" cxnId="{58AA64B1-2A06-437C-9033-A04EE2EF0FB5}">
      <dgm:prSet/>
      <dgm:spPr/>
      <dgm:t>
        <a:bodyPr/>
        <a:lstStyle/>
        <a:p>
          <a:pPr latinLnBrk="1"/>
          <a:endParaRPr lang="ko-KR" altLang="en-US"/>
        </a:p>
      </dgm:t>
    </dgm:pt>
    <dgm:pt modelId="{155A00F2-E650-4F3A-B58D-C778B046A74E}" type="sibTrans" cxnId="{58AA64B1-2A06-437C-9033-A04EE2EF0FB5}">
      <dgm:prSet/>
      <dgm:spPr/>
      <dgm:t>
        <a:bodyPr/>
        <a:lstStyle/>
        <a:p>
          <a:pPr latinLnBrk="1"/>
          <a:endParaRPr lang="ko-KR" altLang="en-US"/>
        </a:p>
      </dgm:t>
    </dgm:pt>
    <dgm:pt modelId="{9B6EDD16-F123-4AB3-A419-F20AD8178AEE}">
      <dgm:prSet custT="1"/>
      <dgm:spPr/>
      <dgm:t>
        <a:bodyPr/>
        <a:lstStyle/>
        <a:p>
          <a:pPr rtl="0" latinLnBrk="1"/>
          <a:r>
            <a:rPr lang="en-US" altLang="ko-KR" sz="1400" dirty="0"/>
            <a:t>“</a:t>
          </a:r>
          <a:r>
            <a:rPr lang="ko-KR" altLang="en-US" sz="1400" dirty="0"/>
            <a:t>장비목록</a:t>
          </a:r>
          <a:r>
            <a:rPr lang="en-US" altLang="ko-KR" sz="1400" dirty="0"/>
            <a:t>” </a:t>
          </a:r>
          <a:r>
            <a:rPr lang="ko-KR" altLang="en-US" sz="1400" dirty="0"/>
            <a:t>클릭 시 즉시 데이터 갱신</a:t>
          </a:r>
          <a:endParaRPr lang="ko-KR" sz="1400" dirty="0"/>
        </a:p>
      </dgm:t>
    </dgm:pt>
    <dgm:pt modelId="{7768D805-3780-41D9-940F-A9DB77DC3601}" type="parTrans" cxnId="{5642AD90-4355-495C-8A69-21C363BB4C40}">
      <dgm:prSet/>
      <dgm:spPr/>
      <dgm:t>
        <a:bodyPr/>
        <a:lstStyle/>
        <a:p>
          <a:pPr latinLnBrk="1"/>
          <a:endParaRPr lang="ko-KR" altLang="en-US"/>
        </a:p>
      </dgm:t>
    </dgm:pt>
    <dgm:pt modelId="{37834CF1-B12F-490B-A99D-E273CE63E507}" type="sibTrans" cxnId="{5642AD90-4355-495C-8A69-21C363BB4C40}">
      <dgm:prSet/>
      <dgm:spPr/>
      <dgm:t>
        <a:bodyPr/>
        <a:lstStyle/>
        <a:p>
          <a:pPr latinLnBrk="1"/>
          <a:endParaRPr lang="ko-KR" altLang="en-US"/>
        </a:p>
      </dgm:t>
    </dgm:pt>
    <dgm:pt modelId="{D4F38B95-4F84-4AFE-A6A2-ABF1FA1F7397}">
      <dgm:prSet custT="1"/>
      <dgm:spPr/>
      <dgm:t>
        <a:bodyPr/>
        <a:lstStyle/>
        <a:p>
          <a:pPr rtl="0" latinLnBrk="1"/>
          <a:r>
            <a:rPr lang="en-US" altLang="ko-KR" sz="1400" dirty="0"/>
            <a:t>3. </a:t>
          </a:r>
          <a:r>
            <a:rPr lang="ko-KR" altLang="en-US" sz="1400" dirty="0"/>
            <a:t>장비 상태 통계</a:t>
          </a:r>
          <a:endParaRPr lang="ko-KR" sz="1400" dirty="0"/>
        </a:p>
      </dgm:t>
    </dgm:pt>
    <dgm:pt modelId="{E821C603-3B7D-4F89-81D8-9334AC2F56B4}" type="parTrans" cxnId="{E5E8C711-6A8C-407E-8640-6A380AFD8A75}">
      <dgm:prSet/>
      <dgm:spPr/>
      <dgm:t>
        <a:bodyPr/>
        <a:lstStyle/>
        <a:p>
          <a:pPr latinLnBrk="1"/>
          <a:endParaRPr lang="ko-KR" altLang="en-US"/>
        </a:p>
      </dgm:t>
    </dgm:pt>
    <dgm:pt modelId="{C2A054F5-1B46-4694-AC45-3205659CA9A9}" type="sibTrans" cxnId="{E5E8C711-6A8C-407E-8640-6A380AFD8A75}">
      <dgm:prSet/>
      <dgm:spPr/>
      <dgm:t>
        <a:bodyPr/>
        <a:lstStyle/>
        <a:p>
          <a:pPr latinLnBrk="1"/>
          <a:endParaRPr lang="ko-KR" altLang="en-US"/>
        </a:p>
      </dgm:t>
    </dgm:pt>
    <dgm:pt modelId="{F5DD2BBF-092F-4E02-89FA-70A17E49B3FA}">
      <dgm:prSet custT="1"/>
      <dgm:spPr/>
      <dgm:t>
        <a:bodyPr/>
        <a:lstStyle/>
        <a:p>
          <a:pPr rtl="0" latinLnBrk="1"/>
          <a:r>
            <a:rPr lang="ko-KR" altLang="en-US" sz="1400" dirty="0"/>
            <a:t>전체 </a:t>
          </a:r>
          <a:r>
            <a:rPr lang="en-US" altLang="ko-KR" sz="1400" dirty="0"/>
            <a:t>/ </a:t>
          </a:r>
          <a:r>
            <a:rPr lang="ko-KR" altLang="en-US" sz="1400" dirty="0"/>
            <a:t>정상 </a:t>
          </a:r>
          <a:r>
            <a:rPr lang="en-US" altLang="ko-KR" sz="1400" dirty="0"/>
            <a:t>/ </a:t>
          </a:r>
          <a:r>
            <a:rPr lang="ko-KR" altLang="en-US" sz="1400" dirty="0"/>
            <a:t>점검필요 통계 표출</a:t>
          </a:r>
          <a:endParaRPr lang="ko-KR" sz="1400" dirty="0"/>
        </a:p>
      </dgm:t>
    </dgm:pt>
    <dgm:pt modelId="{B0A0F4C3-AC62-4BE1-9D05-1476E9A4D8D4}" type="parTrans" cxnId="{361A93F9-0018-4B00-AD66-B66ECB0FDA24}">
      <dgm:prSet/>
      <dgm:spPr/>
      <dgm:t>
        <a:bodyPr/>
        <a:lstStyle/>
        <a:p>
          <a:pPr latinLnBrk="1"/>
          <a:endParaRPr lang="ko-KR" altLang="en-US"/>
        </a:p>
      </dgm:t>
    </dgm:pt>
    <dgm:pt modelId="{F629DFEF-06CD-4524-BB7E-13E29E31C944}" type="sibTrans" cxnId="{361A93F9-0018-4B00-AD66-B66ECB0FDA24}">
      <dgm:prSet/>
      <dgm:spPr/>
      <dgm:t>
        <a:bodyPr/>
        <a:lstStyle/>
        <a:p>
          <a:pPr latinLnBrk="1"/>
          <a:endParaRPr lang="ko-KR" altLang="en-US"/>
        </a:p>
      </dgm:t>
    </dgm:pt>
    <dgm:pt modelId="{B1F08060-7408-493B-B58A-26D5D6A29338}" type="pres">
      <dgm:prSet presAssocID="{8B21CEE4-B6EA-44AF-B7B3-C27AA24187C1}" presName="linear" presStyleCnt="0">
        <dgm:presLayoutVars>
          <dgm:animLvl val="lvl"/>
          <dgm:resizeHandles val="exact"/>
        </dgm:presLayoutVars>
      </dgm:prSet>
      <dgm:spPr/>
    </dgm:pt>
    <dgm:pt modelId="{E8ED343A-92D7-4F1D-B6DC-401F7CF12468}" type="pres">
      <dgm:prSet presAssocID="{9F10BA66-5161-439E-B46F-094870209DE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2A65DF0-6C42-411F-A6DA-AF48C5444EA3}" type="pres">
      <dgm:prSet presAssocID="{9F10BA66-5161-439E-B46F-094870209DE8}" presName="childText" presStyleLbl="revTx" presStyleIdx="0" presStyleCnt="3">
        <dgm:presLayoutVars>
          <dgm:bulletEnabled val="1"/>
        </dgm:presLayoutVars>
      </dgm:prSet>
      <dgm:spPr/>
    </dgm:pt>
    <dgm:pt modelId="{9F2429FE-27CA-44B8-8C1C-EDA8B4632843}" type="pres">
      <dgm:prSet presAssocID="{E751BDDF-1EAA-426E-BF96-99AAF4E6476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43AACE3-0DA6-40C0-BD93-4DF5968EEFC8}" type="pres">
      <dgm:prSet presAssocID="{E751BDDF-1EAA-426E-BF96-99AAF4E6476B}" presName="childText" presStyleLbl="revTx" presStyleIdx="1" presStyleCnt="3">
        <dgm:presLayoutVars>
          <dgm:bulletEnabled val="1"/>
        </dgm:presLayoutVars>
      </dgm:prSet>
      <dgm:spPr/>
    </dgm:pt>
    <dgm:pt modelId="{3DB5DA4D-01E0-4DAD-AD35-150FBF86C611}" type="pres">
      <dgm:prSet presAssocID="{D4F38B95-4F84-4AFE-A6A2-ABF1FA1F739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41ABE46-E888-401E-A7F3-F7E99F54C380}" type="pres">
      <dgm:prSet presAssocID="{D4F38B95-4F84-4AFE-A6A2-ABF1FA1F739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5E8C711-6A8C-407E-8640-6A380AFD8A75}" srcId="{8B21CEE4-B6EA-44AF-B7B3-C27AA24187C1}" destId="{D4F38B95-4F84-4AFE-A6A2-ABF1FA1F7397}" srcOrd="2" destOrd="0" parTransId="{E821C603-3B7D-4F89-81D8-9334AC2F56B4}" sibTransId="{C2A054F5-1B46-4694-AC45-3205659CA9A9}"/>
    <dgm:cxn modelId="{1D76A713-6640-43FF-9D6A-5A8C9CB4B4A3}" type="presOf" srcId="{8B21CEE4-B6EA-44AF-B7B3-C27AA24187C1}" destId="{B1F08060-7408-493B-B58A-26D5D6A29338}" srcOrd="0" destOrd="0" presId="urn:microsoft.com/office/officeart/2005/8/layout/vList2"/>
    <dgm:cxn modelId="{658AD26A-9058-4555-A681-0A4104AF72B0}" type="presOf" srcId="{C8470C1C-446D-4617-88E9-FDCD93886F8E}" destId="{42A65DF0-6C42-411F-A6DA-AF48C5444EA3}" srcOrd="0" destOrd="1" presId="urn:microsoft.com/office/officeart/2005/8/layout/vList2"/>
    <dgm:cxn modelId="{7A6EFB6A-8800-4AE8-AE90-22DDCAEBAED0}" type="presOf" srcId="{F43B8ACD-A596-470D-AD0D-9E5046D6D5AF}" destId="{42A65DF0-6C42-411F-A6DA-AF48C5444EA3}" srcOrd="0" destOrd="2" presId="urn:microsoft.com/office/officeart/2005/8/layout/vList2"/>
    <dgm:cxn modelId="{C9AD3653-5D19-4B77-B9EB-87EDA67E4D94}" type="presOf" srcId="{F5DD2BBF-092F-4E02-89FA-70A17E49B3FA}" destId="{941ABE46-E888-401E-A7F3-F7E99F54C380}" srcOrd="0" destOrd="0" presId="urn:microsoft.com/office/officeart/2005/8/layout/vList2"/>
    <dgm:cxn modelId="{25FF4E54-9ACA-44AD-A7C2-7931CAFA972F}" srcId="{8B21CEE4-B6EA-44AF-B7B3-C27AA24187C1}" destId="{9F10BA66-5161-439E-B46F-094870209DE8}" srcOrd="0" destOrd="0" parTransId="{20805D97-F6C5-4B95-A744-4E7AF096F2D5}" sibTransId="{6E61FC9F-7C12-4C4D-9A7A-885DF7CD810F}"/>
    <dgm:cxn modelId="{946F0C75-DFD6-4BED-B69E-1355FB3C3F43}" srcId="{E751BDDF-1EAA-426E-BF96-99AAF4E6476B}" destId="{B56FA5F6-0EC5-4534-8B64-F731ADDC1D11}" srcOrd="0" destOrd="0" parTransId="{CB757B84-D126-4F32-BC9B-CD37982E4F61}" sibTransId="{9F21BE2A-6A2C-43A1-8522-5C685DC3E29F}"/>
    <dgm:cxn modelId="{D0007C5A-D69E-456A-A5B3-BE68D2A65594}" srcId="{8B21CEE4-B6EA-44AF-B7B3-C27AA24187C1}" destId="{E751BDDF-1EAA-426E-BF96-99AAF4E6476B}" srcOrd="1" destOrd="0" parTransId="{8900C900-0C21-4D52-80E7-DAA82B0402F1}" sibTransId="{43FD233B-A39B-4A6E-8613-7AAFCFA4D725}"/>
    <dgm:cxn modelId="{3FD18E8B-05C7-4491-B162-D65EBB1EDEA1}" srcId="{9F10BA66-5161-439E-B46F-094870209DE8}" destId="{2BF45C17-DF01-4726-A8F6-DE40E1482E66}" srcOrd="0" destOrd="0" parTransId="{FFF2F253-A0AD-414D-9479-FFFA3910AC2A}" sibTransId="{E46DF3DC-6859-4997-ADEF-47D60316AAD0}"/>
    <dgm:cxn modelId="{5642AD90-4355-495C-8A69-21C363BB4C40}" srcId="{E751BDDF-1EAA-426E-BF96-99AAF4E6476B}" destId="{9B6EDD16-F123-4AB3-A419-F20AD8178AEE}" srcOrd="1" destOrd="0" parTransId="{7768D805-3780-41D9-940F-A9DB77DC3601}" sibTransId="{37834CF1-B12F-490B-A99D-E273CE63E507}"/>
    <dgm:cxn modelId="{24EB28A6-F0F3-492E-B5DF-D47091D474B1}" srcId="{9F10BA66-5161-439E-B46F-094870209DE8}" destId="{C8470C1C-446D-4617-88E9-FDCD93886F8E}" srcOrd="1" destOrd="0" parTransId="{7DFE95DB-BFC1-400D-93FE-6BBD6D5CBE45}" sibTransId="{8A2129EB-1681-4E57-BD2C-D07D343FDE5C}"/>
    <dgm:cxn modelId="{58AA64B1-2A06-437C-9033-A04EE2EF0FB5}" srcId="{E751BDDF-1EAA-426E-BF96-99AAF4E6476B}" destId="{3F5E3B6C-1015-42A1-8077-7ECE2F7B7385}" srcOrd="2" destOrd="0" parTransId="{76EA1BD5-5B0C-41AA-80A0-DBCD1ECF2234}" sibTransId="{155A00F2-E650-4F3A-B58D-C778B046A74E}"/>
    <dgm:cxn modelId="{18D0DCB4-190A-4135-AD03-D976B4EB3C45}" srcId="{9F10BA66-5161-439E-B46F-094870209DE8}" destId="{F43B8ACD-A596-470D-AD0D-9E5046D6D5AF}" srcOrd="2" destOrd="0" parTransId="{CCB37578-631D-42C7-81C4-0290A45E5F39}" sibTransId="{98DDEC74-B69A-4719-AB45-AEE2BCDF986A}"/>
    <dgm:cxn modelId="{9EC74BC8-313C-42AE-8E3B-CC2D0C5EAABF}" srcId="{9F10BA66-5161-439E-B46F-094870209DE8}" destId="{8086CCA3-67E3-433E-BEB7-33029DF57397}" srcOrd="3" destOrd="0" parTransId="{8BECB6B0-65CC-4AC8-BB57-87EF20AE4828}" sibTransId="{316AD334-DFC0-4E44-BE9F-8A35FA6BB1F7}"/>
    <dgm:cxn modelId="{3FA2A3CE-73AA-4723-B617-465F45809E16}" type="presOf" srcId="{3F5E3B6C-1015-42A1-8077-7ECE2F7B7385}" destId="{443AACE3-0DA6-40C0-BD93-4DF5968EEFC8}" srcOrd="0" destOrd="2" presId="urn:microsoft.com/office/officeart/2005/8/layout/vList2"/>
    <dgm:cxn modelId="{7B0AA3D1-6536-4445-94C6-C477F919B0C3}" type="presOf" srcId="{9B6EDD16-F123-4AB3-A419-F20AD8178AEE}" destId="{443AACE3-0DA6-40C0-BD93-4DF5968EEFC8}" srcOrd="0" destOrd="1" presId="urn:microsoft.com/office/officeart/2005/8/layout/vList2"/>
    <dgm:cxn modelId="{9F18F6E0-E7B3-4D3E-BC4E-8F3440BBD2B0}" type="presOf" srcId="{D4F38B95-4F84-4AFE-A6A2-ABF1FA1F7397}" destId="{3DB5DA4D-01E0-4DAD-AD35-150FBF86C611}" srcOrd="0" destOrd="0" presId="urn:microsoft.com/office/officeart/2005/8/layout/vList2"/>
    <dgm:cxn modelId="{BCC60CE5-554C-4B7B-8582-854AD94B870C}" type="presOf" srcId="{8086CCA3-67E3-433E-BEB7-33029DF57397}" destId="{42A65DF0-6C42-411F-A6DA-AF48C5444EA3}" srcOrd="0" destOrd="3" presId="urn:microsoft.com/office/officeart/2005/8/layout/vList2"/>
    <dgm:cxn modelId="{73CD4CE7-D534-4766-8716-F707D3659745}" type="presOf" srcId="{2BF45C17-DF01-4726-A8F6-DE40E1482E66}" destId="{42A65DF0-6C42-411F-A6DA-AF48C5444EA3}" srcOrd="0" destOrd="0" presId="urn:microsoft.com/office/officeart/2005/8/layout/vList2"/>
    <dgm:cxn modelId="{1394B1EA-9D36-46FA-864D-BB2A30BBB98D}" type="presOf" srcId="{9F10BA66-5161-439E-B46F-094870209DE8}" destId="{E8ED343A-92D7-4F1D-B6DC-401F7CF12468}" srcOrd="0" destOrd="0" presId="urn:microsoft.com/office/officeart/2005/8/layout/vList2"/>
    <dgm:cxn modelId="{83AE25F2-02F4-4FFF-BDD0-3E809D06CE3E}" type="presOf" srcId="{B56FA5F6-0EC5-4534-8B64-F731ADDC1D11}" destId="{443AACE3-0DA6-40C0-BD93-4DF5968EEFC8}" srcOrd="0" destOrd="0" presId="urn:microsoft.com/office/officeart/2005/8/layout/vList2"/>
    <dgm:cxn modelId="{A38D4FF9-5F1C-4BB4-A08C-14600D0C8199}" type="presOf" srcId="{E751BDDF-1EAA-426E-BF96-99AAF4E6476B}" destId="{9F2429FE-27CA-44B8-8C1C-EDA8B4632843}" srcOrd="0" destOrd="0" presId="urn:microsoft.com/office/officeart/2005/8/layout/vList2"/>
    <dgm:cxn modelId="{361A93F9-0018-4B00-AD66-B66ECB0FDA24}" srcId="{D4F38B95-4F84-4AFE-A6A2-ABF1FA1F7397}" destId="{F5DD2BBF-092F-4E02-89FA-70A17E49B3FA}" srcOrd="0" destOrd="0" parTransId="{B0A0F4C3-AC62-4BE1-9D05-1476E9A4D8D4}" sibTransId="{F629DFEF-06CD-4524-BB7E-13E29E31C944}"/>
    <dgm:cxn modelId="{BCE8AF32-AC40-44D1-A58B-47E5B2154421}" type="presParOf" srcId="{B1F08060-7408-493B-B58A-26D5D6A29338}" destId="{E8ED343A-92D7-4F1D-B6DC-401F7CF12468}" srcOrd="0" destOrd="0" presId="urn:microsoft.com/office/officeart/2005/8/layout/vList2"/>
    <dgm:cxn modelId="{0E5D83D7-0A45-4EFC-8444-B4AFE113E71E}" type="presParOf" srcId="{B1F08060-7408-493B-B58A-26D5D6A29338}" destId="{42A65DF0-6C42-411F-A6DA-AF48C5444EA3}" srcOrd="1" destOrd="0" presId="urn:microsoft.com/office/officeart/2005/8/layout/vList2"/>
    <dgm:cxn modelId="{E0ECF3A7-86F2-4C01-9261-09DCCB0DDB3D}" type="presParOf" srcId="{B1F08060-7408-493B-B58A-26D5D6A29338}" destId="{9F2429FE-27CA-44B8-8C1C-EDA8B4632843}" srcOrd="2" destOrd="0" presId="urn:microsoft.com/office/officeart/2005/8/layout/vList2"/>
    <dgm:cxn modelId="{21E22C3E-46D3-4650-BAC1-81E5CE3FC484}" type="presParOf" srcId="{B1F08060-7408-493B-B58A-26D5D6A29338}" destId="{443AACE3-0DA6-40C0-BD93-4DF5968EEFC8}" srcOrd="3" destOrd="0" presId="urn:microsoft.com/office/officeart/2005/8/layout/vList2"/>
    <dgm:cxn modelId="{EC7B81E4-636F-4F42-9FAE-82DC4849B772}" type="presParOf" srcId="{B1F08060-7408-493B-B58A-26D5D6A29338}" destId="{3DB5DA4D-01E0-4DAD-AD35-150FBF86C611}" srcOrd="4" destOrd="0" presId="urn:microsoft.com/office/officeart/2005/8/layout/vList2"/>
    <dgm:cxn modelId="{AE0758D6-108B-48BB-A034-E840F6C254DF}" type="presParOf" srcId="{B1F08060-7408-493B-B58A-26D5D6A29338}" destId="{941ABE46-E888-401E-A7F3-F7E99F54C38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B21CEE4-B6EA-44AF-B7B3-C27AA24187C1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F5629DA8-0938-4524-A71D-519B3377F901}">
      <dgm:prSet/>
      <dgm:spPr/>
      <dgm:t>
        <a:bodyPr/>
        <a:lstStyle/>
        <a:p>
          <a:pPr rtl="0" latinLnBrk="1"/>
          <a:r>
            <a:rPr lang="en-US" altLang="ko-KR" dirty="0"/>
            <a:t>3. </a:t>
          </a:r>
          <a:r>
            <a:rPr lang="ko-KR" altLang="en-US" dirty="0"/>
            <a:t>모니터링 영역</a:t>
          </a:r>
          <a:endParaRPr lang="ko-KR" dirty="0"/>
        </a:p>
      </dgm:t>
    </dgm:pt>
    <dgm:pt modelId="{BBB83695-9611-4124-92B9-800F2F58FB3A}" type="parTrans" cxnId="{F722C88E-093B-41B5-B319-D19920D2D93A}">
      <dgm:prSet/>
      <dgm:spPr/>
      <dgm:t>
        <a:bodyPr/>
        <a:lstStyle/>
        <a:p>
          <a:pPr latinLnBrk="1"/>
          <a:endParaRPr lang="ko-KR" altLang="en-US"/>
        </a:p>
      </dgm:t>
    </dgm:pt>
    <dgm:pt modelId="{F23F2E17-5E3E-42B9-B082-D193FA2E3369}" type="sibTrans" cxnId="{F722C88E-093B-41B5-B319-D19920D2D93A}">
      <dgm:prSet/>
      <dgm:spPr/>
      <dgm:t>
        <a:bodyPr/>
        <a:lstStyle/>
        <a:p>
          <a:pPr latinLnBrk="1"/>
          <a:endParaRPr lang="ko-KR" altLang="en-US"/>
        </a:p>
      </dgm:t>
    </dgm:pt>
    <dgm:pt modelId="{2CDE035E-0737-460A-A1BC-122F3FE7B030}">
      <dgm:prSet/>
      <dgm:spPr/>
      <dgm:t>
        <a:bodyPr/>
        <a:lstStyle/>
        <a:p>
          <a:pPr rtl="0" latinLnBrk="1"/>
          <a:r>
            <a:rPr lang="ko-KR" altLang="en-US" dirty="0"/>
            <a:t>지역 </a:t>
          </a:r>
          <a:r>
            <a:rPr lang="en-US" altLang="ko-KR" dirty="0"/>
            <a:t>/ </a:t>
          </a:r>
          <a:r>
            <a:rPr lang="ko-KR" altLang="en-US" dirty="0"/>
            <a:t>종류 </a:t>
          </a:r>
          <a:r>
            <a:rPr lang="en-US" altLang="ko-KR" dirty="0"/>
            <a:t>/ </a:t>
          </a:r>
          <a:r>
            <a:rPr lang="ko-KR" altLang="en-US" dirty="0" err="1"/>
            <a:t>장비명</a:t>
          </a:r>
          <a:r>
            <a:rPr lang="ko-KR" altLang="en-US" dirty="0"/>
            <a:t> </a:t>
          </a:r>
          <a:r>
            <a:rPr lang="en-US" altLang="ko-KR" dirty="0"/>
            <a:t>/ </a:t>
          </a:r>
          <a:r>
            <a:rPr lang="ko-KR" altLang="en-US" dirty="0"/>
            <a:t>상태 </a:t>
          </a:r>
          <a:r>
            <a:rPr lang="en-US" altLang="ko-KR" dirty="0"/>
            <a:t>/ </a:t>
          </a:r>
          <a:r>
            <a:rPr lang="ko-KR" altLang="en-US" dirty="0"/>
            <a:t>데이터 표출</a:t>
          </a:r>
          <a:endParaRPr lang="ko-KR" dirty="0"/>
        </a:p>
      </dgm:t>
    </dgm:pt>
    <dgm:pt modelId="{A9FB0230-3BA0-4D27-93A4-B798878A06CE}" type="parTrans" cxnId="{8E3A2CF6-1912-4DFE-BCE2-B693B7203FED}">
      <dgm:prSet/>
      <dgm:spPr/>
      <dgm:t>
        <a:bodyPr/>
        <a:lstStyle/>
        <a:p>
          <a:pPr latinLnBrk="1"/>
          <a:endParaRPr lang="ko-KR" altLang="en-US"/>
        </a:p>
      </dgm:t>
    </dgm:pt>
    <dgm:pt modelId="{7EEA9389-D698-49DA-8134-059C13100EE7}" type="sibTrans" cxnId="{8E3A2CF6-1912-4DFE-BCE2-B693B7203FED}">
      <dgm:prSet/>
      <dgm:spPr/>
      <dgm:t>
        <a:bodyPr/>
        <a:lstStyle/>
        <a:p>
          <a:pPr latinLnBrk="1"/>
          <a:endParaRPr lang="ko-KR" altLang="en-US"/>
        </a:p>
      </dgm:t>
    </dgm:pt>
    <dgm:pt modelId="{D00C49C3-E0CA-4D69-969C-0B0C331A8015}">
      <dgm:prSet/>
      <dgm:spPr/>
      <dgm:t>
        <a:bodyPr/>
        <a:lstStyle/>
        <a:p>
          <a:pPr rtl="0" latinLnBrk="1"/>
          <a:r>
            <a:rPr lang="ko-KR" altLang="en-US" dirty="0"/>
            <a:t>수위 </a:t>
          </a:r>
          <a:r>
            <a:rPr lang="en-US" altLang="ko-KR" dirty="0"/>
            <a:t>: </a:t>
          </a:r>
          <a:r>
            <a:rPr lang="ko-KR" altLang="en-US" dirty="0"/>
            <a:t>현재 수위 </a:t>
          </a:r>
          <a:r>
            <a:rPr lang="en-US" altLang="ko-KR" dirty="0"/>
            <a:t>-.--- M</a:t>
          </a:r>
          <a:endParaRPr lang="ko-KR" dirty="0"/>
        </a:p>
      </dgm:t>
    </dgm:pt>
    <dgm:pt modelId="{A69B092B-F8FD-42EF-9667-7950142DC019}" type="parTrans" cxnId="{2DB714F3-EA82-48E7-8AAC-995B2BB9687D}">
      <dgm:prSet/>
      <dgm:spPr/>
      <dgm:t>
        <a:bodyPr/>
        <a:lstStyle/>
        <a:p>
          <a:pPr latinLnBrk="1"/>
          <a:endParaRPr lang="ko-KR" altLang="en-US"/>
        </a:p>
      </dgm:t>
    </dgm:pt>
    <dgm:pt modelId="{3FD61DD5-A1C5-4470-B6BB-FA35FFF1DD36}" type="sibTrans" cxnId="{2DB714F3-EA82-48E7-8AAC-995B2BB9687D}">
      <dgm:prSet/>
      <dgm:spPr/>
      <dgm:t>
        <a:bodyPr/>
        <a:lstStyle/>
        <a:p>
          <a:pPr latinLnBrk="1"/>
          <a:endParaRPr lang="ko-KR" altLang="en-US"/>
        </a:p>
      </dgm:t>
    </dgm:pt>
    <dgm:pt modelId="{11E8C144-5824-4D49-9493-18167A859A3E}">
      <dgm:prSet/>
      <dgm:spPr/>
      <dgm:t>
        <a:bodyPr/>
        <a:lstStyle/>
        <a:p>
          <a:pPr rtl="0" latinLnBrk="1"/>
          <a:r>
            <a:rPr lang="en-US" altLang="ko-KR" dirty="0"/>
            <a:t>4.</a:t>
          </a:r>
          <a:r>
            <a:rPr lang="ko-KR" altLang="en-US" dirty="0"/>
            <a:t>모니터링 상세 영역</a:t>
          </a:r>
          <a:r>
            <a:rPr lang="en-US" altLang="ko-KR" dirty="0"/>
            <a:t>(</a:t>
          </a:r>
          <a:r>
            <a:rPr lang="ko-KR" altLang="en-US" dirty="0" err="1"/>
            <a:t>확장시</a:t>
          </a:r>
          <a:r>
            <a:rPr lang="en-US" altLang="ko-KR" dirty="0"/>
            <a:t>)</a:t>
          </a:r>
          <a:endParaRPr lang="ko-KR" dirty="0"/>
        </a:p>
      </dgm:t>
    </dgm:pt>
    <dgm:pt modelId="{68CC5A49-2438-4E67-AB43-35ECA1FB6C82}" type="parTrans" cxnId="{255C10B4-1EED-4472-9400-E00F9304AE91}">
      <dgm:prSet/>
      <dgm:spPr/>
      <dgm:t>
        <a:bodyPr/>
        <a:lstStyle/>
        <a:p>
          <a:pPr latinLnBrk="1"/>
          <a:endParaRPr lang="ko-KR" altLang="en-US"/>
        </a:p>
      </dgm:t>
    </dgm:pt>
    <dgm:pt modelId="{E08B102D-1682-4E55-A543-A8254CAE2BA3}" type="sibTrans" cxnId="{255C10B4-1EED-4472-9400-E00F9304AE91}">
      <dgm:prSet/>
      <dgm:spPr/>
      <dgm:t>
        <a:bodyPr/>
        <a:lstStyle/>
        <a:p>
          <a:pPr latinLnBrk="1"/>
          <a:endParaRPr lang="ko-KR" altLang="en-US"/>
        </a:p>
      </dgm:t>
    </dgm:pt>
    <dgm:pt modelId="{E0FA0E02-E7CE-4A28-A382-E707919ECEF2}">
      <dgm:prSet/>
      <dgm:spPr/>
      <dgm:t>
        <a:bodyPr/>
        <a:lstStyle/>
        <a:p>
          <a:pPr rtl="0" latinLnBrk="1"/>
          <a:r>
            <a:rPr lang="ko-KR" altLang="en-US" dirty="0"/>
            <a:t>주소 </a:t>
          </a:r>
          <a:r>
            <a:rPr lang="en-US" altLang="ko-KR" dirty="0"/>
            <a:t>/ </a:t>
          </a:r>
          <a:r>
            <a:rPr lang="ko-KR" altLang="en-US" dirty="0"/>
            <a:t>위경도 </a:t>
          </a:r>
          <a:r>
            <a:rPr lang="en-US" altLang="ko-KR" dirty="0"/>
            <a:t>/ </a:t>
          </a:r>
          <a:r>
            <a:rPr lang="ko-KR" altLang="en-US" dirty="0"/>
            <a:t>지도 </a:t>
          </a:r>
          <a:r>
            <a:rPr lang="en-US" altLang="ko-KR" dirty="0"/>
            <a:t>/ </a:t>
          </a:r>
          <a:r>
            <a:rPr lang="ko-KR" altLang="en-US" dirty="0" err="1"/>
            <a:t>로거</a:t>
          </a:r>
          <a:r>
            <a:rPr lang="ko-KR" altLang="en-US" dirty="0"/>
            <a:t> 상태정보 </a:t>
          </a:r>
          <a:r>
            <a:rPr lang="en-US" altLang="ko-KR" dirty="0"/>
            <a:t>/</a:t>
          </a:r>
          <a:r>
            <a:rPr lang="ko-KR" altLang="en-US" dirty="0"/>
            <a:t> </a:t>
          </a:r>
          <a:r>
            <a:rPr lang="en-US" altLang="ko-KR" dirty="0"/>
            <a:t>API</a:t>
          </a:r>
          <a:r>
            <a:rPr lang="ko-KR" altLang="en-US" dirty="0"/>
            <a:t>연계 상태정보</a:t>
          </a:r>
          <a:r>
            <a:rPr lang="en-US" altLang="ko-KR" dirty="0"/>
            <a:t> </a:t>
          </a:r>
          <a:r>
            <a:rPr lang="ko-KR" altLang="en-US" dirty="0"/>
            <a:t>표출</a:t>
          </a:r>
          <a:endParaRPr lang="ko-KR" dirty="0"/>
        </a:p>
      </dgm:t>
    </dgm:pt>
    <dgm:pt modelId="{D0F914A8-ED6B-41C0-98B6-BC3BC484327F}" type="parTrans" cxnId="{A6817DD7-DB1D-4E8C-9AFF-E7131414BB48}">
      <dgm:prSet/>
      <dgm:spPr/>
      <dgm:t>
        <a:bodyPr/>
        <a:lstStyle/>
        <a:p>
          <a:pPr latinLnBrk="1"/>
          <a:endParaRPr lang="ko-KR" altLang="en-US"/>
        </a:p>
      </dgm:t>
    </dgm:pt>
    <dgm:pt modelId="{67FFF132-D06B-4956-A950-E310B8D952C0}" type="sibTrans" cxnId="{A6817DD7-DB1D-4E8C-9AFF-E7131414BB48}">
      <dgm:prSet/>
      <dgm:spPr/>
      <dgm:t>
        <a:bodyPr/>
        <a:lstStyle/>
        <a:p>
          <a:pPr latinLnBrk="1"/>
          <a:endParaRPr lang="ko-KR" altLang="en-US"/>
        </a:p>
      </dgm:t>
    </dgm:pt>
    <dgm:pt modelId="{F0DC65B3-0A9E-4B37-A765-F9FBB7BB9FA9}">
      <dgm:prSet/>
      <dgm:spPr/>
      <dgm:t>
        <a:bodyPr/>
        <a:lstStyle/>
        <a:p>
          <a:pPr rtl="0" latinLnBrk="1"/>
          <a:r>
            <a:rPr lang="ko-KR" altLang="en-US" dirty="0"/>
            <a:t>지도 아이콘 클릭 시 네이버 </a:t>
          </a:r>
          <a:r>
            <a:rPr lang="ko-KR" altLang="en-US" dirty="0" err="1"/>
            <a:t>길찾기로</a:t>
          </a:r>
          <a:r>
            <a:rPr lang="ko-KR" altLang="en-US" dirty="0"/>
            <a:t> 연결 </a:t>
          </a:r>
          <a:r>
            <a:rPr lang="en-US" altLang="ko-KR" dirty="0"/>
            <a:t>(</a:t>
          </a:r>
          <a:r>
            <a:rPr lang="ko-KR" altLang="en-US" dirty="0"/>
            <a:t>네이버지도 앱 설치 필요</a:t>
          </a:r>
          <a:r>
            <a:rPr lang="en-US" altLang="ko-KR" dirty="0"/>
            <a:t>)</a:t>
          </a:r>
          <a:endParaRPr lang="ko-KR" dirty="0"/>
        </a:p>
      </dgm:t>
    </dgm:pt>
    <dgm:pt modelId="{7839C887-949A-4D79-983C-6E5BA994B7CE}" type="parTrans" cxnId="{CFF10050-A607-40A7-B205-C4AE035687DF}">
      <dgm:prSet/>
      <dgm:spPr/>
      <dgm:t>
        <a:bodyPr/>
        <a:lstStyle/>
        <a:p>
          <a:pPr latinLnBrk="1"/>
          <a:endParaRPr lang="ko-KR" altLang="en-US"/>
        </a:p>
      </dgm:t>
    </dgm:pt>
    <dgm:pt modelId="{C4B23E02-4E9A-4BAA-A4A5-0DD637B0CDCC}" type="sibTrans" cxnId="{CFF10050-A607-40A7-B205-C4AE035687DF}">
      <dgm:prSet/>
      <dgm:spPr/>
      <dgm:t>
        <a:bodyPr/>
        <a:lstStyle/>
        <a:p>
          <a:pPr latinLnBrk="1"/>
          <a:endParaRPr lang="ko-KR" altLang="en-US"/>
        </a:p>
      </dgm:t>
    </dgm:pt>
    <dgm:pt modelId="{EE1B6AE7-1CDA-497B-9038-5135642E1EAF}">
      <dgm:prSet/>
      <dgm:spPr/>
      <dgm:t>
        <a:bodyPr/>
        <a:lstStyle/>
        <a:p>
          <a:pPr rtl="0" latinLnBrk="1"/>
          <a:endParaRPr lang="ko-KR" dirty="0"/>
        </a:p>
      </dgm:t>
    </dgm:pt>
    <dgm:pt modelId="{FD6899FC-77EA-4C39-AFD0-3696843E0D8A}" type="parTrans" cxnId="{5D6BB455-BB7F-4753-9DA8-79AAD42E326F}">
      <dgm:prSet/>
      <dgm:spPr/>
      <dgm:t>
        <a:bodyPr/>
        <a:lstStyle/>
        <a:p>
          <a:pPr latinLnBrk="1"/>
          <a:endParaRPr lang="ko-KR" altLang="en-US"/>
        </a:p>
      </dgm:t>
    </dgm:pt>
    <dgm:pt modelId="{62902ABD-9FBC-49BA-B25F-797E339EADDA}" type="sibTrans" cxnId="{5D6BB455-BB7F-4753-9DA8-79AAD42E326F}">
      <dgm:prSet/>
      <dgm:spPr/>
      <dgm:t>
        <a:bodyPr/>
        <a:lstStyle/>
        <a:p>
          <a:pPr latinLnBrk="1"/>
          <a:endParaRPr lang="ko-KR" altLang="en-US"/>
        </a:p>
      </dgm:t>
    </dgm:pt>
    <dgm:pt modelId="{37F511D0-1666-48CC-93CB-DE8BD80104A2}">
      <dgm:prSet/>
      <dgm:spPr/>
      <dgm:t>
        <a:bodyPr/>
        <a:lstStyle/>
        <a:p>
          <a:pPr rtl="0" latinLnBrk="1"/>
          <a:endParaRPr lang="ko-KR" dirty="0"/>
        </a:p>
      </dgm:t>
    </dgm:pt>
    <dgm:pt modelId="{06E028D5-FA0A-4CAA-AFFC-850F5F52F251}" type="parTrans" cxnId="{0BF01FD7-17B2-4B00-B511-6C669C462118}">
      <dgm:prSet/>
      <dgm:spPr/>
      <dgm:t>
        <a:bodyPr/>
        <a:lstStyle/>
        <a:p>
          <a:pPr latinLnBrk="1"/>
          <a:endParaRPr lang="ko-KR" altLang="en-US"/>
        </a:p>
      </dgm:t>
    </dgm:pt>
    <dgm:pt modelId="{E3DBEEE7-E850-4DF5-9FC6-DB47A328E6DF}" type="sibTrans" cxnId="{0BF01FD7-17B2-4B00-B511-6C669C462118}">
      <dgm:prSet/>
      <dgm:spPr/>
      <dgm:t>
        <a:bodyPr/>
        <a:lstStyle/>
        <a:p>
          <a:pPr latinLnBrk="1"/>
          <a:endParaRPr lang="ko-KR" altLang="en-US"/>
        </a:p>
      </dgm:t>
    </dgm:pt>
    <dgm:pt modelId="{43316591-AC66-42B6-8493-9DAA01ADF200}">
      <dgm:prSet/>
      <dgm:spPr/>
      <dgm:t>
        <a:bodyPr/>
        <a:lstStyle/>
        <a:p>
          <a:pPr rtl="0" latinLnBrk="1"/>
          <a:endParaRPr lang="ko-KR" dirty="0"/>
        </a:p>
      </dgm:t>
    </dgm:pt>
    <dgm:pt modelId="{C297B95A-191F-47C3-B233-0AD4EA8E2CF2}" type="parTrans" cxnId="{1D50911F-2D11-4D45-9EA9-0923B4AC2936}">
      <dgm:prSet/>
      <dgm:spPr/>
      <dgm:t>
        <a:bodyPr/>
        <a:lstStyle/>
        <a:p>
          <a:pPr latinLnBrk="1"/>
          <a:endParaRPr lang="ko-KR" altLang="en-US"/>
        </a:p>
      </dgm:t>
    </dgm:pt>
    <dgm:pt modelId="{0BA3FA40-8C11-45D0-924B-1E9419F0C08C}" type="sibTrans" cxnId="{1D50911F-2D11-4D45-9EA9-0923B4AC2936}">
      <dgm:prSet/>
      <dgm:spPr/>
      <dgm:t>
        <a:bodyPr/>
        <a:lstStyle/>
        <a:p>
          <a:pPr latinLnBrk="1"/>
          <a:endParaRPr lang="ko-KR" altLang="en-US"/>
        </a:p>
      </dgm:t>
    </dgm:pt>
    <dgm:pt modelId="{3F1AA060-F665-4492-8BB2-1099056F6ECB}">
      <dgm:prSet/>
      <dgm:spPr/>
      <dgm:t>
        <a:bodyPr/>
        <a:lstStyle/>
        <a:p>
          <a:pPr rtl="0" latinLnBrk="1"/>
          <a:endParaRPr lang="ko-KR" dirty="0"/>
        </a:p>
      </dgm:t>
    </dgm:pt>
    <dgm:pt modelId="{06C7D67B-55D1-4723-82D4-3ADDF12D0BFF}" type="parTrans" cxnId="{33545A3E-D40C-40F2-A224-F4B96F77574B}">
      <dgm:prSet/>
      <dgm:spPr/>
      <dgm:t>
        <a:bodyPr/>
        <a:lstStyle/>
        <a:p>
          <a:pPr latinLnBrk="1"/>
          <a:endParaRPr lang="ko-KR" altLang="en-US"/>
        </a:p>
      </dgm:t>
    </dgm:pt>
    <dgm:pt modelId="{C6B845B0-D15B-407F-80B9-D15D6D5707E3}" type="sibTrans" cxnId="{33545A3E-D40C-40F2-A224-F4B96F77574B}">
      <dgm:prSet/>
      <dgm:spPr/>
      <dgm:t>
        <a:bodyPr/>
        <a:lstStyle/>
        <a:p>
          <a:pPr latinLnBrk="1"/>
          <a:endParaRPr lang="ko-KR" altLang="en-US"/>
        </a:p>
      </dgm:t>
    </dgm:pt>
    <dgm:pt modelId="{B1F08060-7408-493B-B58A-26D5D6A29338}" type="pres">
      <dgm:prSet presAssocID="{8B21CEE4-B6EA-44AF-B7B3-C27AA24187C1}" presName="linear" presStyleCnt="0">
        <dgm:presLayoutVars>
          <dgm:animLvl val="lvl"/>
          <dgm:resizeHandles val="exact"/>
        </dgm:presLayoutVars>
      </dgm:prSet>
      <dgm:spPr/>
    </dgm:pt>
    <dgm:pt modelId="{A45689FF-F6E0-4C53-B1E6-EC61A85A7522}" type="pres">
      <dgm:prSet presAssocID="{F5629DA8-0938-4524-A71D-519B3377F9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BC502DB-BCE1-4E74-A736-F61B2E97575D}" type="pres">
      <dgm:prSet presAssocID="{F5629DA8-0938-4524-A71D-519B3377F901}" presName="childText" presStyleLbl="revTx" presStyleIdx="0" presStyleCnt="2">
        <dgm:presLayoutVars>
          <dgm:bulletEnabled val="1"/>
        </dgm:presLayoutVars>
      </dgm:prSet>
      <dgm:spPr/>
    </dgm:pt>
    <dgm:pt modelId="{538FD61A-2B7B-453E-8881-E4AD43223443}" type="pres">
      <dgm:prSet presAssocID="{11E8C144-5824-4D49-9493-18167A859A3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4B646A3-504A-4FA9-AB5A-54A2CB2B5E01}" type="pres">
      <dgm:prSet presAssocID="{11E8C144-5824-4D49-9493-18167A859A3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77D5001-BBEB-4B6C-B420-2B6ED741A448}" type="presOf" srcId="{37F511D0-1666-48CC-93CB-DE8BD80104A2}" destId="{6BC502DB-BCE1-4E74-A736-F61B2E97575D}" srcOrd="0" destOrd="3" presId="urn:microsoft.com/office/officeart/2005/8/layout/vList2"/>
    <dgm:cxn modelId="{EBFE6712-3318-46BE-AEBB-9E3C85506697}" type="presOf" srcId="{43316591-AC66-42B6-8493-9DAA01ADF200}" destId="{D4B646A3-504A-4FA9-AB5A-54A2CB2B5E01}" srcOrd="0" destOrd="2" presId="urn:microsoft.com/office/officeart/2005/8/layout/vList2"/>
    <dgm:cxn modelId="{1D76A713-6640-43FF-9D6A-5A8C9CB4B4A3}" type="presOf" srcId="{8B21CEE4-B6EA-44AF-B7B3-C27AA24187C1}" destId="{B1F08060-7408-493B-B58A-26D5D6A29338}" srcOrd="0" destOrd="0" presId="urn:microsoft.com/office/officeart/2005/8/layout/vList2"/>
    <dgm:cxn modelId="{1D50911F-2D11-4D45-9EA9-0923B4AC2936}" srcId="{11E8C144-5824-4D49-9493-18167A859A3E}" destId="{43316591-AC66-42B6-8493-9DAA01ADF200}" srcOrd="2" destOrd="0" parTransId="{C297B95A-191F-47C3-B233-0AD4EA8E2CF2}" sibTransId="{0BA3FA40-8C11-45D0-924B-1E9419F0C08C}"/>
    <dgm:cxn modelId="{33545A3E-D40C-40F2-A224-F4B96F77574B}" srcId="{11E8C144-5824-4D49-9493-18167A859A3E}" destId="{3F1AA060-F665-4492-8BB2-1099056F6ECB}" srcOrd="3" destOrd="0" parTransId="{06C7D67B-55D1-4723-82D4-3ADDF12D0BFF}" sibTransId="{C6B845B0-D15B-407F-80B9-D15D6D5707E3}"/>
    <dgm:cxn modelId="{1DA20467-05AC-4861-B68B-C8A58F112CB1}" type="presOf" srcId="{EE1B6AE7-1CDA-497B-9038-5135642E1EAF}" destId="{6BC502DB-BCE1-4E74-A736-F61B2E97575D}" srcOrd="0" destOrd="2" presId="urn:microsoft.com/office/officeart/2005/8/layout/vList2"/>
    <dgm:cxn modelId="{B14F574F-A437-4934-B11D-C2BAF32DA14B}" type="presOf" srcId="{3F1AA060-F665-4492-8BB2-1099056F6ECB}" destId="{D4B646A3-504A-4FA9-AB5A-54A2CB2B5E01}" srcOrd="0" destOrd="3" presId="urn:microsoft.com/office/officeart/2005/8/layout/vList2"/>
    <dgm:cxn modelId="{CFF10050-A607-40A7-B205-C4AE035687DF}" srcId="{11E8C144-5824-4D49-9493-18167A859A3E}" destId="{F0DC65B3-0A9E-4B37-A765-F9FBB7BB9FA9}" srcOrd="1" destOrd="0" parTransId="{7839C887-949A-4D79-983C-6E5BA994B7CE}" sibTransId="{C4B23E02-4E9A-4BAA-A4A5-0DD637B0CDCC}"/>
    <dgm:cxn modelId="{10A69B70-B53C-4AB6-8504-A0FA251A18E7}" type="presOf" srcId="{2CDE035E-0737-460A-A1BC-122F3FE7B030}" destId="{6BC502DB-BCE1-4E74-A736-F61B2E97575D}" srcOrd="0" destOrd="0" presId="urn:microsoft.com/office/officeart/2005/8/layout/vList2"/>
    <dgm:cxn modelId="{5D6BB455-BB7F-4753-9DA8-79AAD42E326F}" srcId="{2CDE035E-0737-460A-A1BC-122F3FE7B030}" destId="{EE1B6AE7-1CDA-497B-9038-5135642E1EAF}" srcOrd="1" destOrd="0" parTransId="{FD6899FC-77EA-4C39-AFD0-3696843E0D8A}" sibTransId="{62902ABD-9FBC-49BA-B25F-797E339EADDA}"/>
    <dgm:cxn modelId="{92766B5A-C343-4B6B-B12C-9A663B65B121}" type="presOf" srcId="{D00C49C3-E0CA-4D69-969C-0B0C331A8015}" destId="{6BC502DB-BCE1-4E74-A736-F61B2E97575D}" srcOrd="0" destOrd="1" presId="urn:microsoft.com/office/officeart/2005/8/layout/vList2"/>
    <dgm:cxn modelId="{47E15F7D-BEE8-4086-B274-EF4C6F083CCD}" type="presOf" srcId="{11E8C144-5824-4D49-9493-18167A859A3E}" destId="{538FD61A-2B7B-453E-8881-E4AD43223443}" srcOrd="0" destOrd="0" presId="urn:microsoft.com/office/officeart/2005/8/layout/vList2"/>
    <dgm:cxn modelId="{1E4D9582-9A0C-4DFC-8238-BDB7E38D5E33}" type="presOf" srcId="{F5629DA8-0938-4524-A71D-519B3377F901}" destId="{A45689FF-F6E0-4C53-B1E6-EC61A85A7522}" srcOrd="0" destOrd="0" presId="urn:microsoft.com/office/officeart/2005/8/layout/vList2"/>
    <dgm:cxn modelId="{F722C88E-093B-41B5-B319-D19920D2D93A}" srcId="{8B21CEE4-B6EA-44AF-B7B3-C27AA24187C1}" destId="{F5629DA8-0938-4524-A71D-519B3377F901}" srcOrd="0" destOrd="0" parTransId="{BBB83695-9611-4124-92B9-800F2F58FB3A}" sibTransId="{F23F2E17-5E3E-42B9-B082-D193FA2E3369}"/>
    <dgm:cxn modelId="{1F8122A0-4428-49E7-B1D3-909876105DE9}" type="presOf" srcId="{F0DC65B3-0A9E-4B37-A765-F9FBB7BB9FA9}" destId="{D4B646A3-504A-4FA9-AB5A-54A2CB2B5E01}" srcOrd="0" destOrd="1" presId="urn:microsoft.com/office/officeart/2005/8/layout/vList2"/>
    <dgm:cxn modelId="{255C10B4-1EED-4472-9400-E00F9304AE91}" srcId="{8B21CEE4-B6EA-44AF-B7B3-C27AA24187C1}" destId="{11E8C144-5824-4D49-9493-18167A859A3E}" srcOrd="1" destOrd="0" parTransId="{68CC5A49-2438-4E67-AB43-35ECA1FB6C82}" sibTransId="{E08B102D-1682-4E55-A543-A8254CAE2BA3}"/>
    <dgm:cxn modelId="{0BF01FD7-17B2-4B00-B511-6C669C462118}" srcId="{2CDE035E-0737-460A-A1BC-122F3FE7B030}" destId="{37F511D0-1666-48CC-93CB-DE8BD80104A2}" srcOrd="2" destOrd="0" parTransId="{06E028D5-FA0A-4CAA-AFFC-850F5F52F251}" sibTransId="{E3DBEEE7-E850-4DF5-9FC6-DB47A328E6DF}"/>
    <dgm:cxn modelId="{A6817DD7-DB1D-4E8C-9AFF-E7131414BB48}" srcId="{11E8C144-5824-4D49-9493-18167A859A3E}" destId="{E0FA0E02-E7CE-4A28-A382-E707919ECEF2}" srcOrd="0" destOrd="0" parTransId="{D0F914A8-ED6B-41C0-98B6-BC3BC484327F}" sibTransId="{67FFF132-D06B-4956-A950-E310B8D952C0}"/>
    <dgm:cxn modelId="{2DB714F3-EA82-48E7-8AAC-995B2BB9687D}" srcId="{2CDE035E-0737-460A-A1BC-122F3FE7B030}" destId="{D00C49C3-E0CA-4D69-969C-0B0C331A8015}" srcOrd="0" destOrd="0" parTransId="{A69B092B-F8FD-42EF-9667-7950142DC019}" sibTransId="{3FD61DD5-A1C5-4470-B6BB-FA35FFF1DD36}"/>
    <dgm:cxn modelId="{BF3B2BF3-B28C-4B8A-B171-C3D0C04044B8}" type="presOf" srcId="{E0FA0E02-E7CE-4A28-A382-E707919ECEF2}" destId="{D4B646A3-504A-4FA9-AB5A-54A2CB2B5E01}" srcOrd="0" destOrd="0" presId="urn:microsoft.com/office/officeart/2005/8/layout/vList2"/>
    <dgm:cxn modelId="{8E3A2CF6-1912-4DFE-BCE2-B693B7203FED}" srcId="{F5629DA8-0938-4524-A71D-519B3377F901}" destId="{2CDE035E-0737-460A-A1BC-122F3FE7B030}" srcOrd="0" destOrd="0" parTransId="{A9FB0230-3BA0-4D27-93A4-B798878A06CE}" sibTransId="{7EEA9389-D698-49DA-8134-059C13100EE7}"/>
    <dgm:cxn modelId="{4BAA25F7-9452-4466-AD1B-1DFBB62C1684}" type="presParOf" srcId="{B1F08060-7408-493B-B58A-26D5D6A29338}" destId="{A45689FF-F6E0-4C53-B1E6-EC61A85A7522}" srcOrd="0" destOrd="0" presId="urn:microsoft.com/office/officeart/2005/8/layout/vList2"/>
    <dgm:cxn modelId="{BEED3C53-4962-4242-AFBE-D09C2ECA15E9}" type="presParOf" srcId="{B1F08060-7408-493B-B58A-26D5D6A29338}" destId="{6BC502DB-BCE1-4E74-A736-F61B2E97575D}" srcOrd="1" destOrd="0" presId="urn:microsoft.com/office/officeart/2005/8/layout/vList2"/>
    <dgm:cxn modelId="{280225CB-29FA-4C90-9DE0-BCBE6CDB026A}" type="presParOf" srcId="{B1F08060-7408-493B-B58A-26D5D6A29338}" destId="{538FD61A-2B7B-453E-8881-E4AD43223443}" srcOrd="2" destOrd="0" presId="urn:microsoft.com/office/officeart/2005/8/layout/vList2"/>
    <dgm:cxn modelId="{7B6B238F-C1E4-4624-9B78-DBE42C216D4D}" type="presParOf" srcId="{B1F08060-7408-493B-B58A-26D5D6A29338}" destId="{D4B646A3-504A-4FA9-AB5A-54A2CB2B5E0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B21CEE4-B6EA-44AF-B7B3-C27AA24187C1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9F10BA66-5161-439E-B46F-094870209DE8}">
      <dgm:prSet custT="1"/>
      <dgm:spPr/>
      <dgm:t>
        <a:bodyPr/>
        <a:lstStyle/>
        <a:p>
          <a:pPr rtl="0" latinLnBrk="1"/>
          <a:r>
            <a:rPr lang="en-US" sz="1600" b="1" dirty="0"/>
            <a:t>1. </a:t>
          </a:r>
          <a:r>
            <a:rPr lang="ko-KR" altLang="en-US" sz="1600" b="1" dirty="0"/>
            <a:t>지역 선택 </a:t>
          </a:r>
          <a:r>
            <a:rPr lang="ko-KR" sz="1600" b="1" dirty="0"/>
            <a:t>영역</a:t>
          </a:r>
        </a:p>
      </dgm:t>
    </dgm:pt>
    <dgm:pt modelId="{20805D97-F6C5-4B95-A744-4E7AF096F2D5}" type="par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6E61FC9F-7C12-4C4D-9A7A-885DF7CD810F}" type="sib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2BF45C17-DF01-4726-A8F6-DE40E1482E66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전국</a:t>
          </a:r>
          <a:r>
            <a:rPr lang="en-US" altLang="ko-KR" sz="1400" dirty="0"/>
            <a:t>/</a:t>
          </a:r>
          <a:r>
            <a:rPr lang="ko-KR" altLang="en-US" sz="1400" dirty="0"/>
            <a:t>전라도</a:t>
          </a:r>
          <a:r>
            <a:rPr lang="en-US" altLang="ko-KR" sz="1400" dirty="0"/>
            <a:t>/</a:t>
          </a:r>
          <a:r>
            <a:rPr lang="ko-KR" altLang="en-US" sz="1400" dirty="0"/>
            <a:t>경상도</a:t>
          </a:r>
          <a:r>
            <a:rPr lang="en-US" altLang="ko-KR" sz="1400" dirty="0"/>
            <a:t>/</a:t>
          </a:r>
          <a:r>
            <a:rPr lang="ko-KR" altLang="en-US" sz="1400" dirty="0"/>
            <a:t>충청도</a:t>
          </a:r>
          <a:r>
            <a:rPr lang="en-US" altLang="ko-KR" sz="1400" dirty="0"/>
            <a:t>/</a:t>
          </a:r>
          <a:r>
            <a:rPr lang="ko-KR" altLang="en-US" sz="1400" dirty="0"/>
            <a:t>강원도</a:t>
          </a:r>
          <a:r>
            <a:rPr lang="en-US" altLang="ko-KR" sz="1400" dirty="0"/>
            <a:t>/</a:t>
          </a:r>
          <a:r>
            <a:rPr lang="ko-KR" altLang="en-US" sz="1400" dirty="0"/>
            <a:t>경기도</a:t>
          </a:r>
          <a:r>
            <a:rPr lang="en-US" altLang="ko-KR" sz="1400" dirty="0"/>
            <a:t>/</a:t>
          </a:r>
          <a:r>
            <a:rPr lang="ko-KR" altLang="en-US" sz="1400" dirty="0"/>
            <a:t>인천</a:t>
          </a:r>
          <a:r>
            <a:rPr lang="en-US" altLang="ko-KR" sz="1400" dirty="0"/>
            <a:t>/</a:t>
          </a:r>
          <a:r>
            <a:rPr lang="ko-KR" altLang="en-US" sz="1400" dirty="0"/>
            <a:t>제주 지역 표출</a:t>
          </a:r>
          <a:endParaRPr lang="ko-KR" sz="1400" dirty="0"/>
        </a:p>
      </dgm:t>
    </dgm:pt>
    <dgm:pt modelId="{FFF2F253-A0AD-414D-9479-FFFA3910AC2A}" type="parTrans" cxnId="{3FD18E8B-05C7-4491-B162-D65EBB1EDEA1}">
      <dgm:prSet/>
      <dgm:spPr/>
      <dgm:t>
        <a:bodyPr/>
        <a:lstStyle/>
        <a:p>
          <a:pPr latinLnBrk="1"/>
          <a:endParaRPr lang="ko-KR" altLang="en-US"/>
        </a:p>
      </dgm:t>
    </dgm:pt>
    <dgm:pt modelId="{E46DF3DC-6859-4997-ADEF-47D60316AAD0}" type="sibTrans" cxnId="{3FD18E8B-05C7-4491-B162-D65EBB1EDEA1}">
      <dgm:prSet/>
      <dgm:spPr/>
      <dgm:t>
        <a:bodyPr/>
        <a:lstStyle/>
        <a:p>
          <a:pPr latinLnBrk="1"/>
          <a:endParaRPr lang="ko-KR" altLang="en-US"/>
        </a:p>
      </dgm:t>
    </dgm:pt>
    <dgm:pt modelId="{E751BDDF-1EAA-426E-BF96-99AAF4E6476B}">
      <dgm:prSet custT="1"/>
      <dgm:spPr/>
      <dgm:t>
        <a:bodyPr/>
        <a:lstStyle/>
        <a:p>
          <a:pPr rtl="0" latinLnBrk="1"/>
          <a:r>
            <a:rPr lang="en-US" sz="1400" b="1" dirty="0"/>
            <a:t>2. </a:t>
          </a:r>
          <a:r>
            <a:rPr lang="ko-KR" altLang="en-US" sz="1400" b="1" dirty="0"/>
            <a:t>장비 검색</a:t>
          </a:r>
          <a:r>
            <a:rPr lang="en-US" sz="1400" b="1" dirty="0"/>
            <a:t> </a:t>
          </a:r>
          <a:r>
            <a:rPr lang="ko-KR" sz="1400" b="1" dirty="0"/>
            <a:t>영역</a:t>
          </a:r>
        </a:p>
      </dgm:t>
    </dgm:pt>
    <dgm:pt modelId="{8900C900-0C21-4D52-80E7-DAA82B0402F1}" type="parTrans" cxnId="{D0007C5A-D69E-456A-A5B3-BE68D2A65594}">
      <dgm:prSet/>
      <dgm:spPr/>
      <dgm:t>
        <a:bodyPr/>
        <a:lstStyle/>
        <a:p>
          <a:pPr latinLnBrk="1"/>
          <a:endParaRPr lang="ko-KR" altLang="en-US"/>
        </a:p>
      </dgm:t>
    </dgm:pt>
    <dgm:pt modelId="{43FD233B-A39B-4A6E-8613-7AAFCFA4D725}" type="sibTrans" cxnId="{D0007C5A-D69E-456A-A5B3-BE68D2A65594}">
      <dgm:prSet/>
      <dgm:spPr/>
      <dgm:t>
        <a:bodyPr/>
        <a:lstStyle/>
        <a:p>
          <a:pPr latinLnBrk="1"/>
          <a:endParaRPr lang="ko-KR" altLang="en-US"/>
        </a:p>
      </dgm:t>
    </dgm:pt>
    <dgm:pt modelId="{B56FA5F6-0EC5-4534-8B64-F731ADDC1D11}">
      <dgm:prSet custT="1"/>
      <dgm:spPr/>
      <dgm:t>
        <a:bodyPr/>
        <a:lstStyle/>
        <a:p>
          <a:pPr rtl="0" latinLnBrk="1"/>
          <a:r>
            <a:rPr lang="ko-KR" altLang="en-US" sz="1400" dirty="0"/>
            <a:t>진행률그래프</a:t>
          </a:r>
          <a:r>
            <a:rPr lang="en-US" altLang="ko-KR" sz="1400" dirty="0"/>
            <a:t>(Progress Bar) </a:t>
          </a:r>
          <a:r>
            <a:rPr lang="ko-KR" altLang="en-US" sz="1400" dirty="0"/>
            <a:t>가 없어지면 데이터 자동갱신</a:t>
          </a:r>
          <a:r>
            <a:rPr lang="en-US" altLang="ko-KR" sz="1400" dirty="0"/>
            <a:t>(20</a:t>
          </a:r>
          <a:r>
            <a:rPr lang="ko-KR" altLang="en-US" sz="1400" dirty="0"/>
            <a:t>초</a:t>
          </a:r>
          <a:r>
            <a:rPr lang="en-US" altLang="ko-KR" sz="1400" dirty="0"/>
            <a:t>)</a:t>
          </a:r>
          <a:endParaRPr lang="ko-KR" sz="1400" dirty="0"/>
        </a:p>
      </dgm:t>
    </dgm:pt>
    <dgm:pt modelId="{CB757B84-D126-4F32-BC9B-CD37982E4F61}" type="parTrans" cxnId="{946F0C75-DFD6-4BED-B69E-1355FB3C3F43}">
      <dgm:prSet/>
      <dgm:spPr/>
      <dgm:t>
        <a:bodyPr/>
        <a:lstStyle/>
        <a:p>
          <a:pPr latinLnBrk="1"/>
          <a:endParaRPr lang="ko-KR" altLang="en-US"/>
        </a:p>
      </dgm:t>
    </dgm:pt>
    <dgm:pt modelId="{9F21BE2A-6A2C-43A1-8522-5C685DC3E29F}" type="sibTrans" cxnId="{946F0C75-DFD6-4BED-B69E-1355FB3C3F43}">
      <dgm:prSet/>
      <dgm:spPr/>
      <dgm:t>
        <a:bodyPr/>
        <a:lstStyle/>
        <a:p>
          <a:pPr latinLnBrk="1"/>
          <a:endParaRPr lang="ko-KR" altLang="en-US"/>
        </a:p>
      </dgm:t>
    </dgm:pt>
    <dgm:pt modelId="{C8470C1C-446D-4617-88E9-FDCD93886F8E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각 지역 클릭 시 상세 시</a:t>
          </a:r>
          <a:r>
            <a:rPr lang="en-US" altLang="ko-KR" sz="1400" dirty="0"/>
            <a:t>.</a:t>
          </a:r>
          <a:r>
            <a:rPr lang="ko-KR" altLang="en-US" sz="1400" dirty="0"/>
            <a:t>군</a:t>
          </a:r>
          <a:r>
            <a:rPr lang="en-US" altLang="ko-KR" sz="1400" dirty="0"/>
            <a:t>.</a:t>
          </a:r>
          <a:r>
            <a:rPr lang="ko-KR" altLang="en-US" sz="1400" dirty="0"/>
            <a:t>구 리스트 표출</a:t>
          </a:r>
          <a:br>
            <a:rPr lang="en-US" altLang="ko-KR" sz="1400" dirty="0"/>
          </a:br>
          <a:r>
            <a:rPr lang="en-US" altLang="ko-KR" sz="1400" dirty="0"/>
            <a:t>- </a:t>
          </a:r>
          <a:r>
            <a:rPr lang="ko-KR" altLang="en-US" sz="1400" dirty="0"/>
            <a:t>좌우로 </a:t>
          </a:r>
          <a:r>
            <a:rPr lang="ko-KR" altLang="en-US" sz="1400" dirty="0" err="1"/>
            <a:t>스와이프</a:t>
          </a:r>
          <a:r>
            <a:rPr lang="en-US" altLang="ko-KR" sz="1400" dirty="0"/>
            <a:t>(</a:t>
          </a:r>
          <a:r>
            <a:rPr lang="ko-KR" altLang="en-US" sz="1400" dirty="0"/>
            <a:t>스크롤</a:t>
          </a:r>
          <a:r>
            <a:rPr lang="en-US" altLang="ko-KR" sz="1400" dirty="0"/>
            <a:t>) </a:t>
          </a:r>
          <a:r>
            <a:rPr lang="ko-KR" altLang="en-US" sz="1400" dirty="0"/>
            <a:t>가능</a:t>
          </a:r>
          <a:endParaRPr lang="ko-KR" sz="1400" dirty="0"/>
        </a:p>
      </dgm:t>
    </dgm:pt>
    <dgm:pt modelId="{7DFE95DB-BFC1-400D-93FE-6BBD6D5CBE45}" type="parTrans" cxnId="{24EB28A6-F0F3-492E-B5DF-D47091D474B1}">
      <dgm:prSet/>
      <dgm:spPr/>
      <dgm:t>
        <a:bodyPr/>
        <a:lstStyle/>
        <a:p>
          <a:pPr latinLnBrk="1"/>
          <a:endParaRPr lang="ko-KR" altLang="en-US"/>
        </a:p>
      </dgm:t>
    </dgm:pt>
    <dgm:pt modelId="{8A2129EB-1681-4E57-BD2C-D07D343FDE5C}" type="sibTrans" cxnId="{24EB28A6-F0F3-492E-B5DF-D47091D474B1}">
      <dgm:prSet/>
      <dgm:spPr/>
      <dgm:t>
        <a:bodyPr/>
        <a:lstStyle/>
        <a:p>
          <a:pPr latinLnBrk="1"/>
          <a:endParaRPr lang="ko-KR" altLang="en-US"/>
        </a:p>
      </dgm:t>
    </dgm:pt>
    <dgm:pt modelId="{8086CCA3-67E3-433E-BEB7-33029DF57397}">
      <dgm:prSet custT="1"/>
      <dgm:spPr/>
      <dgm:t>
        <a:bodyPr/>
        <a:lstStyle/>
        <a:p>
          <a:pPr rtl="0" latinLnBrk="1">
            <a:lnSpc>
              <a:spcPct val="100000"/>
            </a:lnSpc>
          </a:pPr>
          <a:endParaRPr lang="ko-KR" sz="1400" dirty="0"/>
        </a:p>
      </dgm:t>
    </dgm:pt>
    <dgm:pt modelId="{8BECB6B0-65CC-4AC8-BB57-87EF20AE4828}" type="parTrans" cxnId="{9EC74BC8-313C-42AE-8E3B-CC2D0C5EAABF}">
      <dgm:prSet/>
      <dgm:spPr/>
      <dgm:t>
        <a:bodyPr/>
        <a:lstStyle/>
        <a:p>
          <a:pPr latinLnBrk="1"/>
          <a:endParaRPr lang="ko-KR" altLang="en-US"/>
        </a:p>
      </dgm:t>
    </dgm:pt>
    <dgm:pt modelId="{316AD334-DFC0-4E44-BE9F-8A35FA6BB1F7}" type="sibTrans" cxnId="{9EC74BC8-313C-42AE-8E3B-CC2D0C5EAABF}">
      <dgm:prSet/>
      <dgm:spPr/>
      <dgm:t>
        <a:bodyPr/>
        <a:lstStyle/>
        <a:p>
          <a:pPr latinLnBrk="1"/>
          <a:endParaRPr lang="ko-KR" altLang="en-US"/>
        </a:p>
      </dgm:t>
    </dgm:pt>
    <dgm:pt modelId="{F43B8ACD-A596-470D-AD0D-9E5046D6D5AF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지역검색 창에 클릭 또는 타이핑</a:t>
          </a:r>
          <a:r>
            <a:rPr lang="en-US" altLang="ko-KR" sz="1400" dirty="0"/>
            <a:t>(</a:t>
          </a:r>
          <a:r>
            <a:rPr lang="ko-KR" altLang="en-US" sz="1400" dirty="0"/>
            <a:t>입력</a:t>
          </a:r>
          <a:r>
            <a:rPr lang="en-US" altLang="ko-KR" sz="1400" dirty="0"/>
            <a:t>)</a:t>
          </a:r>
          <a:r>
            <a:rPr lang="ko-KR" altLang="en-US" sz="1400" dirty="0"/>
            <a:t>으로 특정지역 검색 가능</a:t>
          </a:r>
          <a:endParaRPr lang="ko-KR" sz="1400" dirty="0"/>
        </a:p>
      </dgm:t>
    </dgm:pt>
    <dgm:pt modelId="{CCB37578-631D-42C7-81C4-0290A45E5F39}" type="parTrans" cxnId="{18D0DCB4-190A-4135-AD03-D976B4EB3C45}">
      <dgm:prSet/>
      <dgm:spPr/>
      <dgm:t>
        <a:bodyPr/>
        <a:lstStyle/>
        <a:p>
          <a:pPr latinLnBrk="1"/>
          <a:endParaRPr lang="ko-KR" altLang="en-US"/>
        </a:p>
      </dgm:t>
    </dgm:pt>
    <dgm:pt modelId="{98DDEC74-B69A-4719-AB45-AEE2BCDF986A}" type="sibTrans" cxnId="{18D0DCB4-190A-4135-AD03-D976B4EB3C45}">
      <dgm:prSet/>
      <dgm:spPr/>
      <dgm:t>
        <a:bodyPr/>
        <a:lstStyle/>
        <a:p>
          <a:pPr latinLnBrk="1"/>
          <a:endParaRPr lang="ko-KR" altLang="en-US"/>
        </a:p>
      </dgm:t>
    </dgm:pt>
    <dgm:pt modelId="{3F5E3B6C-1015-42A1-8077-7ECE2F7B7385}">
      <dgm:prSet custT="1"/>
      <dgm:spPr/>
      <dgm:t>
        <a:bodyPr/>
        <a:lstStyle/>
        <a:p>
          <a:pPr rtl="0" latinLnBrk="1"/>
          <a:r>
            <a:rPr lang="ko-KR" altLang="en-US" sz="1400" dirty="0"/>
            <a:t>장비검색 창에서 장비명칭으로 검색 가능</a:t>
          </a:r>
          <a:endParaRPr lang="ko-KR" sz="1400" dirty="0"/>
        </a:p>
      </dgm:t>
    </dgm:pt>
    <dgm:pt modelId="{76EA1BD5-5B0C-41AA-80A0-DBCD1ECF2234}" type="parTrans" cxnId="{58AA64B1-2A06-437C-9033-A04EE2EF0FB5}">
      <dgm:prSet/>
      <dgm:spPr/>
      <dgm:t>
        <a:bodyPr/>
        <a:lstStyle/>
        <a:p>
          <a:pPr latinLnBrk="1"/>
          <a:endParaRPr lang="ko-KR" altLang="en-US"/>
        </a:p>
      </dgm:t>
    </dgm:pt>
    <dgm:pt modelId="{155A00F2-E650-4F3A-B58D-C778B046A74E}" type="sibTrans" cxnId="{58AA64B1-2A06-437C-9033-A04EE2EF0FB5}">
      <dgm:prSet/>
      <dgm:spPr/>
      <dgm:t>
        <a:bodyPr/>
        <a:lstStyle/>
        <a:p>
          <a:pPr latinLnBrk="1"/>
          <a:endParaRPr lang="ko-KR" altLang="en-US"/>
        </a:p>
      </dgm:t>
    </dgm:pt>
    <dgm:pt modelId="{9B6EDD16-F123-4AB3-A419-F20AD8178AEE}">
      <dgm:prSet custT="1"/>
      <dgm:spPr/>
      <dgm:t>
        <a:bodyPr/>
        <a:lstStyle/>
        <a:p>
          <a:pPr rtl="0" latinLnBrk="1"/>
          <a:r>
            <a:rPr lang="en-US" altLang="ko-KR" sz="1400" dirty="0"/>
            <a:t>“</a:t>
          </a:r>
          <a:r>
            <a:rPr lang="ko-KR" altLang="en-US" sz="1400" dirty="0"/>
            <a:t>장비목록</a:t>
          </a:r>
          <a:r>
            <a:rPr lang="en-US" altLang="ko-KR" sz="1400" dirty="0"/>
            <a:t>” </a:t>
          </a:r>
          <a:r>
            <a:rPr lang="ko-KR" altLang="en-US" sz="1400" dirty="0"/>
            <a:t>클릭 시 즉시 데이터 갱신</a:t>
          </a:r>
          <a:endParaRPr lang="ko-KR" sz="1400" dirty="0"/>
        </a:p>
      </dgm:t>
    </dgm:pt>
    <dgm:pt modelId="{7768D805-3780-41D9-940F-A9DB77DC3601}" type="parTrans" cxnId="{5642AD90-4355-495C-8A69-21C363BB4C40}">
      <dgm:prSet/>
      <dgm:spPr/>
      <dgm:t>
        <a:bodyPr/>
        <a:lstStyle/>
        <a:p>
          <a:pPr latinLnBrk="1"/>
          <a:endParaRPr lang="ko-KR" altLang="en-US"/>
        </a:p>
      </dgm:t>
    </dgm:pt>
    <dgm:pt modelId="{37834CF1-B12F-490B-A99D-E273CE63E507}" type="sibTrans" cxnId="{5642AD90-4355-495C-8A69-21C363BB4C40}">
      <dgm:prSet/>
      <dgm:spPr/>
      <dgm:t>
        <a:bodyPr/>
        <a:lstStyle/>
        <a:p>
          <a:pPr latinLnBrk="1"/>
          <a:endParaRPr lang="ko-KR" altLang="en-US"/>
        </a:p>
      </dgm:t>
    </dgm:pt>
    <dgm:pt modelId="{B1F08060-7408-493B-B58A-26D5D6A29338}" type="pres">
      <dgm:prSet presAssocID="{8B21CEE4-B6EA-44AF-B7B3-C27AA24187C1}" presName="linear" presStyleCnt="0">
        <dgm:presLayoutVars>
          <dgm:animLvl val="lvl"/>
          <dgm:resizeHandles val="exact"/>
        </dgm:presLayoutVars>
      </dgm:prSet>
      <dgm:spPr/>
    </dgm:pt>
    <dgm:pt modelId="{E8ED343A-92D7-4F1D-B6DC-401F7CF12468}" type="pres">
      <dgm:prSet presAssocID="{9F10BA66-5161-439E-B46F-094870209DE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A65DF0-6C42-411F-A6DA-AF48C5444EA3}" type="pres">
      <dgm:prSet presAssocID="{9F10BA66-5161-439E-B46F-094870209DE8}" presName="childText" presStyleLbl="revTx" presStyleIdx="0" presStyleCnt="2">
        <dgm:presLayoutVars>
          <dgm:bulletEnabled val="1"/>
        </dgm:presLayoutVars>
      </dgm:prSet>
      <dgm:spPr/>
    </dgm:pt>
    <dgm:pt modelId="{9F2429FE-27CA-44B8-8C1C-EDA8B4632843}" type="pres">
      <dgm:prSet presAssocID="{E751BDDF-1EAA-426E-BF96-99AAF4E6476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43AACE3-0DA6-40C0-BD93-4DF5968EEFC8}" type="pres">
      <dgm:prSet presAssocID="{E751BDDF-1EAA-426E-BF96-99AAF4E6476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D76A713-6640-43FF-9D6A-5A8C9CB4B4A3}" type="presOf" srcId="{8B21CEE4-B6EA-44AF-B7B3-C27AA24187C1}" destId="{B1F08060-7408-493B-B58A-26D5D6A29338}" srcOrd="0" destOrd="0" presId="urn:microsoft.com/office/officeart/2005/8/layout/vList2"/>
    <dgm:cxn modelId="{658AD26A-9058-4555-A681-0A4104AF72B0}" type="presOf" srcId="{C8470C1C-446D-4617-88E9-FDCD93886F8E}" destId="{42A65DF0-6C42-411F-A6DA-AF48C5444EA3}" srcOrd="0" destOrd="1" presId="urn:microsoft.com/office/officeart/2005/8/layout/vList2"/>
    <dgm:cxn modelId="{7A6EFB6A-8800-4AE8-AE90-22DDCAEBAED0}" type="presOf" srcId="{F43B8ACD-A596-470D-AD0D-9E5046D6D5AF}" destId="{42A65DF0-6C42-411F-A6DA-AF48C5444EA3}" srcOrd="0" destOrd="2" presId="urn:microsoft.com/office/officeart/2005/8/layout/vList2"/>
    <dgm:cxn modelId="{25FF4E54-9ACA-44AD-A7C2-7931CAFA972F}" srcId="{8B21CEE4-B6EA-44AF-B7B3-C27AA24187C1}" destId="{9F10BA66-5161-439E-B46F-094870209DE8}" srcOrd="0" destOrd="0" parTransId="{20805D97-F6C5-4B95-A744-4E7AF096F2D5}" sibTransId="{6E61FC9F-7C12-4C4D-9A7A-885DF7CD810F}"/>
    <dgm:cxn modelId="{946F0C75-DFD6-4BED-B69E-1355FB3C3F43}" srcId="{E751BDDF-1EAA-426E-BF96-99AAF4E6476B}" destId="{B56FA5F6-0EC5-4534-8B64-F731ADDC1D11}" srcOrd="0" destOrd="0" parTransId="{CB757B84-D126-4F32-BC9B-CD37982E4F61}" sibTransId="{9F21BE2A-6A2C-43A1-8522-5C685DC3E29F}"/>
    <dgm:cxn modelId="{D0007C5A-D69E-456A-A5B3-BE68D2A65594}" srcId="{8B21CEE4-B6EA-44AF-B7B3-C27AA24187C1}" destId="{E751BDDF-1EAA-426E-BF96-99AAF4E6476B}" srcOrd="1" destOrd="0" parTransId="{8900C900-0C21-4D52-80E7-DAA82B0402F1}" sibTransId="{43FD233B-A39B-4A6E-8613-7AAFCFA4D725}"/>
    <dgm:cxn modelId="{3FD18E8B-05C7-4491-B162-D65EBB1EDEA1}" srcId="{9F10BA66-5161-439E-B46F-094870209DE8}" destId="{2BF45C17-DF01-4726-A8F6-DE40E1482E66}" srcOrd="0" destOrd="0" parTransId="{FFF2F253-A0AD-414D-9479-FFFA3910AC2A}" sibTransId="{E46DF3DC-6859-4997-ADEF-47D60316AAD0}"/>
    <dgm:cxn modelId="{5642AD90-4355-495C-8A69-21C363BB4C40}" srcId="{E751BDDF-1EAA-426E-BF96-99AAF4E6476B}" destId="{9B6EDD16-F123-4AB3-A419-F20AD8178AEE}" srcOrd="1" destOrd="0" parTransId="{7768D805-3780-41D9-940F-A9DB77DC3601}" sibTransId="{37834CF1-B12F-490B-A99D-E273CE63E507}"/>
    <dgm:cxn modelId="{24EB28A6-F0F3-492E-B5DF-D47091D474B1}" srcId="{9F10BA66-5161-439E-B46F-094870209DE8}" destId="{C8470C1C-446D-4617-88E9-FDCD93886F8E}" srcOrd="1" destOrd="0" parTransId="{7DFE95DB-BFC1-400D-93FE-6BBD6D5CBE45}" sibTransId="{8A2129EB-1681-4E57-BD2C-D07D343FDE5C}"/>
    <dgm:cxn modelId="{58AA64B1-2A06-437C-9033-A04EE2EF0FB5}" srcId="{E751BDDF-1EAA-426E-BF96-99AAF4E6476B}" destId="{3F5E3B6C-1015-42A1-8077-7ECE2F7B7385}" srcOrd="2" destOrd="0" parTransId="{76EA1BD5-5B0C-41AA-80A0-DBCD1ECF2234}" sibTransId="{155A00F2-E650-4F3A-B58D-C778B046A74E}"/>
    <dgm:cxn modelId="{18D0DCB4-190A-4135-AD03-D976B4EB3C45}" srcId="{9F10BA66-5161-439E-B46F-094870209DE8}" destId="{F43B8ACD-A596-470D-AD0D-9E5046D6D5AF}" srcOrd="2" destOrd="0" parTransId="{CCB37578-631D-42C7-81C4-0290A45E5F39}" sibTransId="{98DDEC74-B69A-4719-AB45-AEE2BCDF986A}"/>
    <dgm:cxn modelId="{9EC74BC8-313C-42AE-8E3B-CC2D0C5EAABF}" srcId="{9F10BA66-5161-439E-B46F-094870209DE8}" destId="{8086CCA3-67E3-433E-BEB7-33029DF57397}" srcOrd="3" destOrd="0" parTransId="{8BECB6B0-65CC-4AC8-BB57-87EF20AE4828}" sibTransId="{316AD334-DFC0-4E44-BE9F-8A35FA6BB1F7}"/>
    <dgm:cxn modelId="{3FA2A3CE-73AA-4723-B617-465F45809E16}" type="presOf" srcId="{3F5E3B6C-1015-42A1-8077-7ECE2F7B7385}" destId="{443AACE3-0DA6-40C0-BD93-4DF5968EEFC8}" srcOrd="0" destOrd="2" presId="urn:microsoft.com/office/officeart/2005/8/layout/vList2"/>
    <dgm:cxn modelId="{7B0AA3D1-6536-4445-94C6-C477F919B0C3}" type="presOf" srcId="{9B6EDD16-F123-4AB3-A419-F20AD8178AEE}" destId="{443AACE3-0DA6-40C0-BD93-4DF5968EEFC8}" srcOrd="0" destOrd="1" presId="urn:microsoft.com/office/officeart/2005/8/layout/vList2"/>
    <dgm:cxn modelId="{BCC60CE5-554C-4B7B-8582-854AD94B870C}" type="presOf" srcId="{8086CCA3-67E3-433E-BEB7-33029DF57397}" destId="{42A65DF0-6C42-411F-A6DA-AF48C5444EA3}" srcOrd="0" destOrd="3" presId="urn:microsoft.com/office/officeart/2005/8/layout/vList2"/>
    <dgm:cxn modelId="{73CD4CE7-D534-4766-8716-F707D3659745}" type="presOf" srcId="{2BF45C17-DF01-4726-A8F6-DE40E1482E66}" destId="{42A65DF0-6C42-411F-A6DA-AF48C5444EA3}" srcOrd="0" destOrd="0" presId="urn:microsoft.com/office/officeart/2005/8/layout/vList2"/>
    <dgm:cxn modelId="{1394B1EA-9D36-46FA-864D-BB2A30BBB98D}" type="presOf" srcId="{9F10BA66-5161-439E-B46F-094870209DE8}" destId="{E8ED343A-92D7-4F1D-B6DC-401F7CF12468}" srcOrd="0" destOrd="0" presId="urn:microsoft.com/office/officeart/2005/8/layout/vList2"/>
    <dgm:cxn modelId="{83AE25F2-02F4-4FFF-BDD0-3E809D06CE3E}" type="presOf" srcId="{B56FA5F6-0EC5-4534-8B64-F731ADDC1D11}" destId="{443AACE3-0DA6-40C0-BD93-4DF5968EEFC8}" srcOrd="0" destOrd="0" presId="urn:microsoft.com/office/officeart/2005/8/layout/vList2"/>
    <dgm:cxn modelId="{A38D4FF9-5F1C-4BB4-A08C-14600D0C8199}" type="presOf" srcId="{E751BDDF-1EAA-426E-BF96-99AAF4E6476B}" destId="{9F2429FE-27CA-44B8-8C1C-EDA8B4632843}" srcOrd="0" destOrd="0" presId="urn:microsoft.com/office/officeart/2005/8/layout/vList2"/>
    <dgm:cxn modelId="{BCE8AF32-AC40-44D1-A58B-47E5B2154421}" type="presParOf" srcId="{B1F08060-7408-493B-B58A-26D5D6A29338}" destId="{E8ED343A-92D7-4F1D-B6DC-401F7CF12468}" srcOrd="0" destOrd="0" presId="urn:microsoft.com/office/officeart/2005/8/layout/vList2"/>
    <dgm:cxn modelId="{0E5D83D7-0A45-4EFC-8444-B4AFE113E71E}" type="presParOf" srcId="{B1F08060-7408-493B-B58A-26D5D6A29338}" destId="{42A65DF0-6C42-411F-A6DA-AF48C5444EA3}" srcOrd="1" destOrd="0" presId="urn:microsoft.com/office/officeart/2005/8/layout/vList2"/>
    <dgm:cxn modelId="{E0ECF3A7-86F2-4C01-9261-09DCCB0DDB3D}" type="presParOf" srcId="{B1F08060-7408-493B-B58A-26D5D6A29338}" destId="{9F2429FE-27CA-44B8-8C1C-EDA8B4632843}" srcOrd="2" destOrd="0" presId="urn:microsoft.com/office/officeart/2005/8/layout/vList2"/>
    <dgm:cxn modelId="{21E22C3E-46D3-4650-BAC1-81E5CE3FC484}" type="presParOf" srcId="{B1F08060-7408-493B-B58A-26D5D6A29338}" destId="{443AACE3-0DA6-40C0-BD93-4DF5968EEFC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B21CEE4-B6EA-44AF-B7B3-C27AA24187C1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5DF1D2ED-5CB1-436D-ADBB-FAA9FE6EE2D9}">
      <dgm:prSet/>
      <dgm:spPr/>
      <dgm:t>
        <a:bodyPr/>
        <a:lstStyle/>
        <a:p>
          <a:pPr rtl="0" latinLnBrk="1"/>
          <a:r>
            <a:rPr lang="en-US" altLang="ko-KR" dirty="0"/>
            <a:t>3. </a:t>
          </a:r>
          <a:r>
            <a:rPr lang="ko-KR" altLang="en-US" dirty="0"/>
            <a:t>모니터링 영역</a:t>
          </a:r>
          <a:endParaRPr lang="ko-KR" dirty="0"/>
        </a:p>
      </dgm:t>
    </dgm:pt>
    <dgm:pt modelId="{32F25D6D-F3CD-4A51-85C1-4DD9399F21DE}" type="parTrans" cxnId="{498B9263-BE6B-4D56-9C3A-27EF67C9267E}">
      <dgm:prSet/>
      <dgm:spPr/>
      <dgm:t>
        <a:bodyPr/>
        <a:lstStyle/>
        <a:p>
          <a:pPr latinLnBrk="1"/>
          <a:endParaRPr lang="ko-KR" altLang="en-US"/>
        </a:p>
      </dgm:t>
    </dgm:pt>
    <dgm:pt modelId="{9F7B6CCF-B959-47B0-9AE7-CDA5A4E60D02}" type="sibTrans" cxnId="{498B9263-BE6B-4D56-9C3A-27EF67C9267E}">
      <dgm:prSet/>
      <dgm:spPr/>
      <dgm:t>
        <a:bodyPr/>
        <a:lstStyle/>
        <a:p>
          <a:pPr latinLnBrk="1"/>
          <a:endParaRPr lang="ko-KR" altLang="en-US"/>
        </a:p>
      </dgm:t>
    </dgm:pt>
    <dgm:pt modelId="{9A238A71-563B-4C0D-8659-015C013EE0F4}">
      <dgm:prSet/>
      <dgm:spPr/>
      <dgm:t>
        <a:bodyPr/>
        <a:lstStyle/>
        <a:p>
          <a:pPr rtl="0" latinLnBrk="1"/>
          <a:r>
            <a:rPr lang="ko-KR" altLang="en-US" dirty="0"/>
            <a:t>지역 </a:t>
          </a:r>
          <a:r>
            <a:rPr lang="en-US" altLang="ko-KR" dirty="0"/>
            <a:t>/ </a:t>
          </a:r>
          <a:r>
            <a:rPr lang="ko-KR" altLang="en-US" dirty="0"/>
            <a:t>종류 </a:t>
          </a:r>
          <a:r>
            <a:rPr lang="en-US" altLang="ko-KR" dirty="0"/>
            <a:t>/ </a:t>
          </a:r>
          <a:r>
            <a:rPr lang="ko-KR" altLang="en-US" dirty="0" err="1"/>
            <a:t>장비명</a:t>
          </a:r>
          <a:r>
            <a:rPr lang="ko-KR" altLang="en-US" dirty="0"/>
            <a:t> </a:t>
          </a:r>
          <a:r>
            <a:rPr lang="en-US" altLang="ko-KR" dirty="0"/>
            <a:t>/ </a:t>
          </a:r>
          <a:r>
            <a:rPr lang="ko-KR" altLang="en-US" dirty="0"/>
            <a:t>마지막통신</a:t>
          </a:r>
          <a:r>
            <a:rPr lang="en-US" altLang="ko-KR" dirty="0"/>
            <a:t>(</a:t>
          </a:r>
          <a:r>
            <a:rPr lang="ko-KR" altLang="en-US" dirty="0"/>
            <a:t>시간</a:t>
          </a:r>
          <a:r>
            <a:rPr lang="en-US" altLang="ko-KR" dirty="0"/>
            <a:t>)</a:t>
          </a:r>
          <a:r>
            <a:rPr lang="ko-KR" altLang="en-US" dirty="0"/>
            <a:t> </a:t>
          </a:r>
          <a:r>
            <a:rPr lang="en-US" altLang="ko-KR" dirty="0"/>
            <a:t>/ </a:t>
          </a:r>
          <a:r>
            <a:rPr lang="ko-KR" altLang="en-US" dirty="0"/>
            <a:t>경과일</a:t>
          </a:r>
          <a:endParaRPr lang="ko-KR" dirty="0"/>
        </a:p>
      </dgm:t>
    </dgm:pt>
    <dgm:pt modelId="{1D2B1D95-D399-4844-AB70-3F1010A21619}" type="parTrans" cxnId="{F5283A49-9D02-4F05-8B29-E5FE07AC4759}">
      <dgm:prSet/>
      <dgm:spPr/>
      <dgm:t>
        <a:bodyPr/>
        <a:lstStyle/>
        <a:p>
          <a:pPr latinLnBrk="1"/>
          <a:endParaRPr lang="ko-KR" altLang="en-US"/>
        </a:p>
      </dgm:t>
    </dgm:pt>
    <dgm:pt modelId="{FB68158F-C9A8-43BB-8EC4-A62183CFEB16}" type="sibTrans" cxnId="{F5283A49-9D02-4F05-8B29-E5FE07AC4759}">
      <dgm:prSet/>
      <dgm:spPr/>
      <dgm:t>
        <a:bodyPr/>
        <a:lstStyle/>
        <a:p>
          <a:pPr latinLnBrk="1"/>
          <a:endParaRPr lang="ko-KR" altLang="en-US"/>
        </a:p>
      </dgm:t>
    </dgm:pt>
    <dgm:pt modelId="{B905A4E0-05A5-4440-9B41-AED12D44CCD0}">
      <dgm:prSet/>
      <dgm:spPr/>
      <dgm:t>
        <a:bodyPr/>
        <a:lstStyle/>
        <a:p>
          <a:pPr rtl="0" latinLnBrk="1"/>
          <a:r>
            <a:rPr lang="ko-KR" altLang="en-US" dirty="0"/>
            <a:t>수위 </a:t>
          </a:r>
          <a:r>
            <a:rPr lang="en-US" altLang="ko-KR" dirty="0"/>
            <a:t>: </a:t>
          </a:r>
          <a:r>
            <a:rPr lang="ko-KR" altLang="en-US" dirty="0"/>
            <a:t>현재 수위 </a:t>
          </a:r>
          <a:r>
            <a:rPr lang="en-US" altLang="ko-KR" dirty="0"/>
            <a:t>-.--- M</a:t>
          </a:r>
          <a:endParaRPr lang="ko-KR" dirty="0"/>
        </a:p>
      </dgm:t>
    </dgm:pt>
    <dgm:pt modelId="{052FA094-B0C0-4BED-86CD-880F041EA6B0}" type="parTrans" cxnId="{80F6271F-68AE-4452-840B-4507ECCB207B}">
      <dgm:prSet/>
      <dgm:spPr/>
      <dgm:t>
        <a:bodyPr/>
        <a:lstStyle/>
        <a:p>
          <a:pPr latinLnBrk="1"/>
          <a:endParaRPr lang="ko-KR" altLang="en-US"/>
        </a:p>
      </dgm:t>
    </dgm:pt>
    <dgm:pt modelId="{96A12DA0-5D8B-4377-BC95-BFE49C5AB356}" type="sibTrans" cxnId="{80F6271F-68AE-4452-840B-4507ECCB207B}">
      <dgm:prSet/>
      <dgm:spPr/>
      <dgm:t>
        <a:bodyPr/>
        <a:lstStyle/>
        <a:p>
          <a:pPr latinLnBrk="1"/>
          <a:endParaRPr lang="ko-KR" altLang="en-US"/>
        </a:p>
      </dgm:t>
    </dgm:pt>
    <dgm:pt modelId="{BAD0CB08-9FF1-434D-B3A0-67556A6B062D}">
      <dgm:prSet/>
      <dgm:spPr/>
      <dgm:t>
        <a:bodyPr/>
        <a:lstStyle/>
        <a:p>
          <a:pPr rtl="0" latinLnBrk="1"/>
          <a:r>
            <a:rPr lang="ko-KR" altLang="en-US" dirty="0"/>
            <a:t>변위 </a:t>
          </a:r>
          <a:r>
            <a:rPr lang="en-US" altLang="ko-KR" dirty="0"/>
            <a:t>: </a:t>
          </a:r>
          <a:r>
            <a:rPr lang="ko-KR" altLang="en-US" dirty="0"/>
            <a:t>현재 변위 </a:t>
          </a:r>
          <a:r>
            <a:rPr lang="en-US" altLang="ko-KR" dirty="0"/>
            <a:t>--- mm</a:t>
          </a:r>
          <a:endParaRPr lang="ko-KR" dirty="0"/>
        </a:p>
      </dgm:t>
    </dgm:pt>
    <dgm:pt modelId="{7A1582F4-1FF3-4E43-B921-FBC8A547E2CA}" type="parTrans" cxnId="{5D22E9D7-0835-4AB5-B60A-E5CEC6435073}">
      <dgm:prSet/>
      <dgm:spPr/>
      <dgm:t>
        <a:bodyPr/>
        <a:lstStyle/>
        <a:p>
          <a:pPr latinLnBrk="1"/>
          <a:endParaRPr lang="ko-KR" altLang="en-US"/>
        </a:p>
      </dgm:t>
    </dgm:pt>
    <dgm:pt modelId="{34344706-A91B-446E-9717-18BEA2AF5962}" type="sibTrans" cxnId="{5D22E9D7-0835-4AB5-B60A-E5CEC6435073}">
      <dgm:prSet/>
      <dgm:spPr/>
      <dgm:t>
        <a:bodyPr/>
        <a:lstStyle/>
        <a:p>
          <a:pPr latinLnBrk="1"/>
          <a:endParaRPr lang="ko-KR" altLang="en-US"/>
        </a:p>
      </dgm:t>
    </dgm:pt>
    <dgm:pt modelId="{8A11E7B0-7179-49D3-9512-B90491853D1D}">
      <dgm:prSet/>
      <dgm:spPr/>
      <dgm:t>
        <a:bodyPr/>
        <a:lstStyle/>
        <a:p>
          <a:pPr rtl="0" latinLnBrk="1"/>
          <a:r>
            <a:rPr lang="ko-KR" altLang="en-US" dirty="0"/>
            <a:t>침수 </a:t>
          </a:r>
          <a:r>
            <a:rPr lang="en-US" altLang="ko-KR" dirty="0"/>
            <a:t>: </a:t>
          </a:r>
          <a:r>
            <a:rPr lang="ko-KR" altLang="en-US" dirty="0"/>
            <a:t>현재 침수 </a:t>
          </a:r>
          <a:r>
            <a:rPr lang="en-US" altLang="ko-KR" dirty="0"/>
            <a:t>--- / -.- cm</a:t>
          </a:r>
          <a:endParaRPr lang="ko-KR" dirty="0"/>
        </a:p>
      </dgm:t>
    </dgm:pt>
    <dgm:pt modelId="{0A88D5B4-3B19-4A68-A362-0110002754A3}" type="parTrans" cxnId="{DCA1A7F9-77F9-4113-97F8-38017CEA967D}">
      <dgm:prSet/>
      <dgm:spPr/>
      <dgm:t>
        <a:bodyPr/>
        <a:lstStyle/>
        <a:p>
          <a:pPr latinLnBrk="1"/>
          <a:endParaRPr lang="ko-KR" altLang="en-US"/>
        </a:p>
      </dgm:t>
    </dgm:pt>
    <dgm:pt modelId="{8CBB2DE5-2DD0-4295-8F0A-E03B7B68CB8E}" type="sibTrans" cxnId="{DCA1A7F9-77F9-4113-97F8-38017CEA967D}">
      <dgm:prSet/>
      <dgm:spPr/>
      <dgm:t>
        <a:bodyPr/>
        <a:lstStyle/>
        <a:p>
          <a:pPr latinLnBrk="1"/>
          <a:endParaRPr lang="ko-KR" altLang="en-US"/>
        </a:p>
      </dgm:t>
    </dgm:pt>
    <dgm:pt modelId="{086BB236-65D7-418D-BEB4-69C19676C4F4}">
      <dgm:prSet/>
      <dgm:spPr/>
      <dgm:t>
        <a:bodyPr/>
        <a:lstStyle/>
        <a:p>
          <a:pPr rtl="0" latinLnBrk="1"/>
          <a:r>
            <a:rPr lang="ko-KR" altLang="en-US" dirty="0"/>
            <a:t>전광판 </a:t>
          </a:r>
          <a:r>
            <a:rPr lang="en-US" altLang="ko-KR" dirty="0"/>
            <a:t>: </a:t>
          </a:r>
          <a:r>
            <a:rPr lang="ko-KR" altLang="en-US" dirty="0"/>
            <a:t>마지막 전송 멘트 </a:t>
          </a:r>
          <a:r>
            <a:rPr lang="en-US" altLang="ko-KR" dirty="0"/>
            <a:t>(</a:t>
          </a:r>
          <a:r>
            <a:rPr lang="ko-KR" altLang="en-US" dirty="0"/>
            <a:t>글자만 </a:t>
          </a:r>
          <a:r>
            <a:rPr lang="en-US" altLang="ko-KR" dirty="0"/>
            <a:t>&lt; </a:t>
          </a:r>
          <a:r>
            <a:rPr lang="ko-KR" altLang="en-US" dirty="0"/>
            <a:t>참고용</a:t>
          </a:r>
          <a:r>
            <a:rPr lang="en-US" altLang="ko-KR" dirty="0"/>
            <a:t>)</a:t>
          </a:r>
          <a:endParaRPr lang="ko-KR" dirty="0"/>
        </a:p>
      </dgm:t>
    </dgm:pt>
    <dgm:pt modelId="{4B89E6AB-B366-46F8-AAE3-4EF2A9EC3A21}" type="parTrans" cxnId="{83C35B1C-D5DA-4889-BB50-DAC631EE8BF3}">
      <dgm:prSet/>
      <dgm:spPr/>
      <dgm:t>
        <a:bodyPr/>
        <a:lstStyle/>
        <a:p>
          <a:pPr latinLnBrk="1"/>
          <a:endParaRPr lang="ko-KR" altLang="en-US"/>
        </a:p>
      </dgm:t>
    </dgm:pt>
    <dgm:pt modelId="{6FC85C14-999B-42BC-87F3-C08B5C5E6952}" type="sibTrans" cxnId="{83C35B1C-D5DA-4889-BB50-DAC631EE8BF3}">
      <dgm:prSet/>
      <dgm:spPr/>
      <dgm:t>
        <a:bodyPr/>
        <a:lstStyle/>
        <a:p>
          <a:pPr latinLnBrk="1"/>
          <a:endParaRPr lang="ko-KR" altLang="en-US"/>
        </a:p>
      </dgm:t>
    </dgm:pt>
    <dgm:pt modelId="{72304399-154E-4534-8EB5-E85C37771448}">
      <dgm:prSet/>
      <dgm:spPr/>
      <dgm:t>
        <a:bodyPr/>
        <a:lstStyle/>
        <a:p>
          <a:pPr rtl="0" latinLnBrk="1"/>
          <a:r>
            <a:rPr lang="ko-KR" altLang="en-US" dirty="0"/>
            <a:t>차단기 </a:t>
          </a:r>
          <a:r>
            <a:rPr lang="en-US" altLang="ko-KR" dirty="0"/>
            <a:t>: </a:t>
          </a:r>
          <a:r>
            <a:rPr lang="ko-KR" altLang="en-US" dirty="0"/>
            <a:t>현재 차단기 상태 </a:t>
          </a:r>
          <a:r>
            <a:rPr lang="en-US" altLang="ko-KR" dirty="0"/>
            <a:t>(</a:t>
          </a:r>
          <a:r>
            <a:rPr lang="ko-KR" altLang="en-US" dirty="0"/>
            <a:t>열림 </a:t>
          </a:r>
          <a:r>
            <a:rPr lang="en-US" altLang="ko-KR" dirty="0"/>
            <a:t>/ </a:t>
          </a:r>
          <a:r>
            <a:rPr lang="ko-KR" altLang="en-US" dirty="0"/>
            <a:t>닫힘</a:t>
          </a:r>
          <a:r>
            <a:rPr lang="en-US" altLang="ko-KR" dirty="0"/>
            <a:t>)</a:t>
          </a:r>
          <a:endParaRPr lang="ko-KR" dirty="0"/>
        </a:p>
      </dgm:t>
    </dgm:pt>
    <dgm:pt modelId="{4AB8CF13-CDB7-4A05-A34D-E9371825A422}" type="parTrans" cxnId="{B651AFDC-4989-423D-AD2E-8711F83280CC}">
      <dgm:prSet/>
      <dgm:spPr/>
      <dgm:t>
        <a:bodyPr/>
        <a:lstStyle/>
        <a:p>
          <a:pPr latinLnBrk="1"/>
          <a:endParaRPr lang="ko-KR" altLang="en-US"/>
        </a:p>
      </dgm:t>
    </dgm:pt>
    <dgm:pt modelId="{81CEFDF6-31FF-4BD2-9E87-547593C69FA9}" type="sibTrans" cxnId="{B651AFDC-4989-423D-AD2E-8711F83280CC}">
      <dgm:prSet/>
      <dgm:spPr/>
      <dgm:t>
        <a:bodyPr/>
        <a:lstStyle/>
        <a:p>
          <a:pPr latinLnBrk="1"/>
          <a:endParaRPr lang="ko-KR" altLang="en-US"/>
        </a:p>
      </dgm:t>
    </dgm:pt>
    <dgm:pt modelId="{565894A3-0FFA-4BC3-A48D-30A8D2BAE246}">
      <dgm:prSet/>
      <dgm:spPr/>
      <dgm:t>
        <a:bodyPr/>
        <a:lstStyle/>
        <a:p>
          <a:pPr rtl="0" latinLnBrk="1"/>
          <a:r>
            <a:rPr lang="ko-KR" altLang="en-US" dirty="0" err="1"/>
            <a:t>예경보</a:t>
          </a:r>
          <a:r>
            <a:rPr lang="ko-KR" altLang="en-US" dirty="0"/>
            <a:t> </a:t>
          </a:r>
          <a:r>
            <a:rPr lang="en-US" altLang="ko-KR" dirty="0"/>
            <a:t>: </a:t>
          </a:r>
          <a:r>
            <a:rPr lang="ko-KR" altLang="en-US" dirty="0"/>
            <a:t>마지막 전송 멘트</a:t>
          </a:r>
          <a:endParaRPr lang="ko-KR" dirty="0"/>
        </a:p>
      </dgm:t>
    </dgm:pt>
    <dgm:pt modelId="{A5750024-6CD9-441B-B215-9E5C81FC96D9}" type="parTrans" cxnId="{468488E9-4A60-47E0-99AA-76AD6DF4C204}">
      <dgm:prSet/>
      <dgm:spPr/>
      <dgm:t>
        <a:bodyPr/>
        <a:lstStyle/>
        <a:p>
          <a:pPr latinLnBrk="1"/>
          <a:endParaRPr lang="ko-KR" altLang="en-US"/>
        </a:p>
      </dgm:t>
    </dgm:pt>
    <dgm:pt modelId="{B64D8E07-3EB5-4CA3-B8F3-27E9BBB55C4D}" type="sibTrans" cxnId="{468488E9-4A60-47E0-99AA-76AD6DF4C204}">
      <dgm:prSet/>
      <dgm:spPr/>
      <dgm:t>
        <a:bodyPr/>
        <a:lstStyle/>
        <a:p>
          <a:pPr latinLnBrk="1"/>
          <a:endParaRPr lang="ko-KR" altLang="en-US"/>
        </a:p>
      </dgm:t>
    </dgm:pt>
    <dgm:pt modelId="{6EA0DFC2-4F4A-49E5-A51E-CFD2C31D4347}">
      <dgm:prSet/>
      <dgm:spPr/>
      <dgm:t>
        <a:bodyPr/>
        <a:lstStyle/>
        <a:p>
          <a:pPr rtl="0" latinLnBrk="1"/>
          <a:r>
            <a:rPr lang="en-US" altLang="ko-KR" dirty="0"/>
            <a:t>4.</a:t>
          </a:r>
          <a:r>
            <a:rPr lang="ko-KR" altLang="en-US" dirty="0"/>
            <a:t>모니터링 상세 영역</a:t>
          </a:r>
          <a:r>
            <a:rPr lang="en-US" altLang="ko-KR" dirty="0"/>
            <a:t>(</a:t>
          </a:r>
          <a:r>
            <a:rPr lang="ko-KR" altLang="en-US" dirty="0" err="1"/>
            <a:t>확장시</a:t>
          </a:r>
          <a:r>
            <a:rPr lang="en-US" altLang="ko-KR" dirty="0"/>
            <a:t>)</a:t>
          </a:r>
          <a:endParaRPr lang="ko-KR" dirty="0"/>
        </a:p>
      </dgm:t>
    </dgm:pt>
    <dgm:pt modelId="{CE4DB5C6-D41B-498E-AC06-62E9B1B431BD}" type="parTrans" cxnId="{1E3DE811-66F0-4263-B975-0883E2562253}">
      <dgm:prSet/>
      <dgm:spPr/>
      <dgm:t>
        <a:bodyPr/>
        <a:lstStyle/>
        <a:p>
          <a:pPr latinLnBrk="1"/>
          <a:endParaRPr lang="ko-KR" altLang="en-US"/>
        </a:p>
      </dgm:t>
    </dgm:pt>
    <dgm:pt modelId="{38A55741-DF53-43E7-BEDB-509F116A124B}" type="sibTrans" cxnId="{1E3DE811-66F0-4263-B975-0883E2562253}">
      <dgm:prSet/>
      <dgm:spPr/>
      <dgm:t>
        <a:bodyPr/>
        <a:lstStyle/>
        <a:p>
          <a:pPr latinLnBrk="1"/>
          <a:endParaRPr lang="ko-KR" altLang="en-US"/>
        </a:p>
      </dgm:t>
    </dgm:pt>
    <dgm:pt modelId="{0928E79A-92E1-46A7-A307-D45537F62024}">
      <dgm:prSet/>
      <dgm:spPr/>
      <dgm:t>
        <a:bodyPr/>
        <a:lstStyle/>
        <a:p>
          <a:pPr rtl="0" latinLnBrk="1"/>
          <a:r>
            <a:rPr lang="ko-KR" altLang="en-US" dirty="0"/>
            <a:t>주소 </a:t>
          </a:r>
          <a:r>
            <a:rPr lang="en-US" altLang="ko-KR" dirty="0"/>
            <a:t>/ </a:t>
          </a:r>
          <a:r>
            <a:rPr lang="ko-KR" altLang="en-US" dirty="0"/>
            <a:t>위경도 </a:t>
          </a:r>
          <a:r>
            <a:rPr lang="en-US" altLang="ko-KR" dirty="0"/>
            <a:t>/ </a:t>
          </a:r>
          <a:r>
            <a:rPr lang="ko-KR" altLang="en-US" dirty="0"/>
            <a:t>지도 </a:t>
          </a:r>
          <a:r>
            <a:rPr lang="en-US" altLang="ko-KR" dirty="0"/>
            <a:t>/ </a:t>
          </a:r>
          <a:r>
            <a:rPr lang="ko-KR" altLang="en-US" dirty="0" err="1"/>
            <a:t>로거상태정보</a:t>
          </a:r>
          <a:r>
            <a:rPr lang="ko-KR" altLang="en-US" dirty="0"/>
            <a:t> </a:t>
          </a:r>
          <a:r>
            <a:rPr lang="en-US" altLang="ko-KR" dirty="0"/>
            <a:t>/</a:t>
          </a:r>
          <a:r>
            <a:rPr lang="ko-KR" altLang="en-US" dirty="0"/>
            <a:t> </a:t>
          </a:r>
          <a:r>
            <a:rPr lang="en-US" altLang="ko-KR" dirty="0"/>
            <a:t>API</a:t>
          </a:r>
          <a:r>
            <a:rPr lang="ko-KR" altLang="en-US" dirty="0"/>
            <a:t>연계상태정보</a:t>
          </a:r>
          <a:r>
            <a:rPr lang="en-US" altLang="ko-KR" dirty="0"/>
            <a:t> </a:t>
          </a:r>
          <a:r>
            <a:rPr lang="ko-KR" altLang="en-US" dirty="0"/>
            <a:t>표출</a:t>
          </a:r>
          <a:endParaRPr lang="ko-KR" dirty="0"/>
        </a:p>
      </dgm:t>
    </dgm:pt>
    <dgm:pt modelId="{74E1FADD-34E1-4FD4-BCC9-4978F279637D}" type="parTrans" cxnId="{66D80555-45B4-4AF4-99A8-73B47D856AE9}">
      <dgm:prSet/>
      <dgm:spPr/>
      <dgm:t>
        <a:bodyPr/>
        <a:lstStyle/>
        <a:p>
          <a:pPr latinLnBrk="1"/>
          <a:endParaRPr lang="ko-KR" altLang="en-US"/>
        </a:p>
      </dgm:t>
    </dgm:pt>
    <dgm:pt modelId="{C652264B-C221-47F5-8DA3-84222B0265D5}" type="sibTrans" cxnId="{66D80555-45B4-4AF4-99A8-73B47D856AE9}">
      <dgm:prSet/>
      <dgm:spPr/>
      <dgm:t>
        <a:bodyPr/>
        <a:lstStyle/>
        <a:p>
          <a:pPr latinLnBrk="1"/>
          <a:endParaRPr lang="ko-KR" altLang="en-US"/>
        </a:p>
      </dgm:t>
    </dgm:pt>
    <dgm:pt modelId="{CA6A6D43-884A-4AA4-8742-D096A0943EE2}">
      <dgm:prSet/>
      <dgm:spPr/>
      <dgm:t>
        <a:bodyPr/>
        <a:lstStyle/>
        <a:p>
          <a:pPr rtl="0" latinLnBrk="1"/>
          <a:r>
            <a:rPr lang="ko-KR" altLang="en-US" dirty="0"/>
            <a:t>지도 아이콘 클릭 시 네이버 </a:t>
          </a:r>
          <a:r>
            <a:rPr lang="ko-KR" altLang="en-US" dirty="0" err="1"/>
            <a:t>길찾기로</a:t>
          </a:r>
          <a:r>
            <a:rPr lang="ko-KR" altLang="en-US" dirty="0"/>
            <a:t> 연결 </a:t>
          </a:r>
          <a:r>
            <a:rPr lang="en-US" altLang="ko-KR" dirty="0"/>
            <a:t>(</a:t>
          </a:r>
          <a:r>
            <a:rPr lang="ko-KR" altLang="en-US" dirty="0"/>
            <a:t>네이버지도 앱 설치 </a:t>
          </a:r>
          <a:r>
            <a:rPr lang="ko-KR" altLang="en-US"/>
            <a:t>필요</a:t>
          </a:r>
          <a:r>
            <a:rPr lang="en-US" altLang="ko-KR"/>
            <a:t>)</a:t>
          </a:r>
          <a:endParaRPr lang="ko-KR" dirty="0"/>
        </a:p>
      </dgm:t>
    </dgm:pt>
    <dgm:pt modelId="{0B31D5A7-FE81-4B6A-9EA1-545A19035A53}" type="parTrans" cxnId="{3C37087E-1600-4E0B-BB39-1C777BB1A46D}">
      <dgm:prSet/>
      <dgm:spPr/>
      <dgm:t>
        <a:bodyPr/>
        <a:lstStyle/>
        <a:p>
          <a:pPr latinLnBrk="1"/>
          <a:endParaRPr lang="ko-KR" altLang="en-US"/>
        </a:p>
      </dgm:t>
    </dgm:pt>
    <dgm:pt modelId="{17AC973F-8168-4DB2-AE26-F302950E01E6}" type="sibTrans" cxnId="{3C37087E-1600-4E0B-BB39-1C777BB1A46D}">
      <dgm:prSet/>
      <dgm:spPr/>
      <dgm:t>
        <a:bodyPr/>
        <a:lstStyle/>
        <a:p>
          <a:pPr latinLnBrk="1"/>
          <a:endParaRPr lang="ko-KR" altLang="en-US"/>
        </a:p>
      </dgm:t>
    </dgm:pt>
    <dgm:pt modelId="{486981F8-DA12-4DF1-A21A-5AA3552194BC}">
      <dgm:prSet/>
      <dgm:spPr/>
      <dgm:t>
        <a:bodyPr/>
        <a:lstStyle/>
        <a:p>
          <a:pPr rtl="0" latinLnBrk="1"/>
          <a:endParaRPr lang="ko-KR" dirty="0"/>
        </a:p>
      </dgm:t>
    </dgm:pt>
    <dgm:pt modelId="{BAF28AEF-ADAA-41AF-83AB-5AAA37F999F3}" type="parTrans" cxnId="{C4266301-B99D-4B93-AEE7-189EAC7AA240}">
      <dgm:prSet/>
      <dgm:spPr/>
      <dgm:t>
        <a:bodyPr/>
        <a:lstStyle/>
        <a:p>
          <a:pPr latinLnBrk="1"/>
          <a:endParaRPr lang="ko-KR" altLang="en-US"/>
        </a:p>
      </dgm:t>
    </dgm:pt>
    <dgm:pt modelId="{6DDF0E31-B531-48FF-AD8C-2B07CB696DF3}" type="sibTrans" cxnId="{C4266301-B99D-4B93-AEE7-189EAC7AA240}">
      <dgm:prSet/>
      <dgm:spPr/>
      <dgm:t>
        <a:bodyPr/>
        <a:lstStyle/>
        <a:p>
          <a:pPr latinLnBrk="1"/>
          <a:endParaRPr lang="ko-KR" altLang="en-US"/>
        </a:p>
      </dgm:t>
    </dgm:pt>
    <dgm:pt modelId="{BFF6AF13-B1B8-4912-A24B-179F6675C7E3}">
      <dgm:prSet/>
      <dgm:spPr/>
      <dgm:t>
        <a:bodyPr/>
        <a:lstStyle/>
        <a:p>
          <a:pPr rtl="0" latinLnBrk="1"/>
          <a:r>
            <a:rPr lang="ko-KR" altLang="en-US" dirty="0"/>
            <a:t>강우 </a:t>
          </a:r>
          <a:r>
            <a:rPr lang="en-US" altLang="ko-KR" dirty="0"/>
            <a:t>: </a:t>
          </a:r>
          <a:r>
            <a:rPr lang="ko-KR" altLang="en-US" dirty="0"/>
            <a:t>금일 강우 </a:t>
          </a:r>
          <a:r>
            <a:rPr lang="en-US" altLang="ko-KR" dirty="0"/>
            <a:t>-.- mm / day</a:t>
          </a:r>
          <a:endParaRPr lang="ko-KR" dirty="0"/>
        </a:p>
      </dgm:t>
    </dgm:pt>
    <dgm:pt modelId="{BFE242DA-EB87-4B11-B744-D39C399FE883}" type="parTrans" cxnId="{0D70CFB5-818C-41DA-993E-C46DCEE1B55A}">
      <dgm:prSet/>
      <dgm:spPr/>
      <dgm:t>
        <a:bodyPr/>
        <a:lstStyle/>
        <a:p>
          <a:pPr latinLnBrk="1"/>
          <a:endParaRPr lang="ko-KR" altLang="en-US"/>
        </a:p>
      </dgm:t>
    </dgm:pt>
    <dgm:pt modelId="{B1BC5D94-5755-4D29-BAD8-6B6F9A25002B}" type="sibTrans" cxnId="{0D70CFB5-818C-41DA-993E-C46DCEE1B55A}">
      <dgm:prSet/>
      <dgm:spPr/>
      <dgm:t>
        <a:bodyPr/>
        <a:lstStyle/>
        <a:p>
          <a:pPr latinLnBrk="1"/>
          <a:endParaRPr lang="ko-KR" altLang="en-US"/>
        </a:p>
      </dgm:t>
    </dgm:pt>
    <dgm:pt modelId="{B1F08060-7408-493B-B58A-26D5D6A29338}" type="pres">
      <dgm:prSet presAssocID="{8B21CEE4-B6EA-44AF-B7B3-C27AA24187C1}" presName="linear" presStyleCnt="0">
        <dgm:presLayoutVars>
          <dgm:animLvl val="lvl"/>
          <dgm:resizeHandles val="exact"/>
        </dgm:presLayoutVars>
      </dgm:prSet>
      <dgm:spPr/>
    </dgm:pt>
    <dgm:pt modelId="{0FC1636D-E616-4F71-913B-F33C39CE5A19}" type="pres">
      <dgm:prSet presAssocID="{5DF1D2ED-5CB1-436D-ADBB-FAA9FE6EE2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EF970A5-61EE-4DEB-B600-92261AB42321}" type="pres">
      <dgm:prSet presAssocID="{5DF1D2ED-5CB1-436D-ADBB-FAA9FE6EE2D9}" presName="childText" presStyleLbl="revTx" presStyleIdx="0" presStyleCnt="2">
        <dgm:presLayoutVars>
          <dgm:bulletEnabled val="1"/>
        </dgm:presLayoutVars>
      </dgm:prSet>
      <dgm:spPr/>
    </dgm:pt>
    <dgm:pt modelId="{2D36FE45-CF65-47A5-AD75-8717AAF67855}" type="pres">
      <dgm:prSet presAssocID="{6EA0DFC2-4F4A-49E5-A51E-CFD2C31D434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4B82EBF-5B43-4BC7-A424-80D0656BED5D}" type="pres">
      <dgm:prSet presAssocID="{6EA0DFC2-4F4A-49E5-A51E-CFD2C31D434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4266301-B99D-4B93-AEE7-189EAC7AA240}" srcId="{9A238A71-563B-4C0D-8659-015C013EE0F4}" destId="{486981F8-DA12-4DF1-A21A-5AA3552194BC}" srcOrd="7" destOrd="0" parTransId="{BAF28AEF-ADAA-41AF-83AB-5AAA37F999F3}" sibTransId="{6DDF0E31-B531-48FF-AD8C-2B07CB696DF3}"/>
    <dgm:cxn modelId="{E6288503-99C5-4EB2-B1BF-A2B024A3811C}" type="presOf" srcId="{BFF6AF13-B1B8-4912-A24B-179F6675C7E3}" destId="{6EF970A5-61EE-4DEB-B600-92261AB42321}" srcOrd="0" destOrd="1" presId="urn:microsoft.com/office/officeart/2005/8/layout/vList2"/>
    <dgm:cxn modelId="{4805E707-80BF-4496-9F39-10CCCC8D6C0A}" type="presOf" srcId="{086BB236-65D7-418D-BEB4-69C19676C4F4}" destId="{6EF970A5-61EE-4DEB-B600-92261AB42321}" srcOrd="0" destOrd="5" presId="urn:microsoft.com/office/officeart/2005/8/layout/vList2"/>
    <dgm:cxn modelId="{1E3DE811-66F0-4263-B975-0883E2562253}" srcId="{8B21CEE4-B6EA-44AF-B7B3-C27AA24187C1}" destId="{6EA0DFC2-4F4A-49E5-A51E-CFD2C31D4347}" srcOrd="1" destOrd="0" parTransId="{CE4DB5C6-D41B-498E-AC06-62E9B1B431BD}" sibTransId="{38A55741-DF53-43E7-BEDB-509F116A124B}"/>
    <dgm:cxn modelId="{1D76A713-6640-43FF-9D6A-5A8C9CB4B4A3}" type="presOf" srcId="{8B21CEE4-B6EA-44AF-B7B3-C27AA24187C1}" destId="{B1F08060-7408-493B-B58A-26D5D6A29338}" srcOrd="0" destOrd="0" presId="urn:microsoft.com/office/officeart/2005/8/layout/vList2"/>
    <dgm:cxn modelId="{83C35B1C-D5DA-4889-BB50-DAC631EE8BF3}" srcId="{9A238A71-563B-4C0D-8659-015C013EE0F4}" destId="{086BB236-65D7-418D-BEB4-69C19676C4F4}" srcOrd="4" destOrd="0" parTransId="{4B89E6AB-B366-46F8-AAE3-4EF2A9EC3A21}" sibTransId="{6FC85C14-999B-42BC-87F3-C08B5C5E6952}"/>
    <dgm:cxn modelId="{80F6271F-68AE-4452-840B-4507ECCB207B}" srcId="{9A238A71-563B-4C0D-8659-015C013EE0F4}" destId="{B905A4E0-05A5-4440-9B41-AED12D44CCD0}" srcOrd="1" destOrd="0" parTransId="{052FA094-B0C0-4BED-86CD-880F041EA6B0}" sibTransId="{96A12DA0-5D8B-4377-BC95-BFE49C5AB356}"/>
    <dgm:cxn modelId="{53864324-FD10-4BE0-9565-ECC378DCC053}" type="presOf" srcId="{B905A4E0-05A5-4440-9B41-AED12D44CCD0}" destId="{6EF970A5-61EE-4DEB-B600-92261AB42321}" srcOrd="0" destOrd="2" presId="urn:microsoft.com/office/officeart/2005/8/layout/vList2"/>
    <dgm:cxn modelId="{AF5D622D-CBC1-43BD-8BD6-040E49A4BD4D}" type="presOf" srcId="{8A11E7B0-7179-49D3-9512-B90491853D1D}" destId="{6EF970A5-61EE-4DEB-B600-92261AB42321}" srcOrd="0" destOrd="4" presId="urn:microsoft.com/office/officeart/2005/8/layout/vList2"/>
    <dgm:cxn modelId="{85472E3B-1695-49E7-A03A-9B8C2E582D73}" type="presOf" srcId="{5DF1D2ED-5CB1-436D-ADBB-FAA9FE6EE2D9}" destId="{0FC1636D-E616-4F71-913B-F33C39CE5A19}" srcOrd="0" destOrd="0" presId="urn:microsoft.com/office/officeart/2005/8/layout/vList2"/>
    <dgm:cxn modelId="{498B9263-BE6B-4D56-9C3A-27EF67C9267E}" srcId="{8B21CEE4-B6EA-44AF-B7B3-C27AA24187C1}" destId="{5DF1D2ED-5CB1-436D-ADBB-FAA9FE6EE2D9}" srcOrd="0" destOrd="0" parTransId="{32F25D6D-F3CD-4A51-85C1-4DD9399F21DE}" sibTransId="{9F7B6CCF-B959-47B0-9AE7-CDA5A4E60D02}"/>
    <dgm:cxn modelId="{EE524F65-3DE6-4821-BB8C-C1A27A463526}" type="presOf" srcId="{0928E79A-92E1-46A7-A307-D45537F62024}" destId="{64B82EBF-5B43-4BC7-A424-80D0656BED5D}" srcOrd="0" destOrd="0" presId="urn:microsoft.com/office/officeart/2005/8/layout/vList2"/>
    <dgm:cxn modelId="{F5283A49-9D02-4F05-8B29-E5FE07AC4759}" srcId="{5DF1D2ED-5CB1-436D-ADBB-FAA9FE6EE2D9}" destId="{9A238A71-563B-4C0D-8659-015C013EE0F4}" srcOrd="0" destOrd="0" parTransId="{1D2B1D95-D399-4844-AB70-3F1010A21619}" sibTransId="{FB68158F-C9A8-43BB-8EC4-A62183CFEB16}"/>
    <dgm:cxn modelId="{66D80555-45B4-4AF4-99A8-73B47D856AE9}" srcId="{6EA0DFC2-4F4A-49E5-A51E-CFD2C31D4347}" destId="{0928E79A-92E1-46A7-A307-D45537F62024}" srcOrd="0" destOrd="0" parTransId="{74E1FADD-34E1-4FD4-BCC9-4978F279637D}" sibTransId="{C652264B-C221-47F5-8DA3-84222B0265D5}"/>
    <dgm:cxn modelId="{91EB8378-FA74-48F7-B4F8-779F1EE8CB5A}" type="presOf" srcId="{9A238A71-563B-4C0D-8659-015C013EE0F4}" destId="{6EF970A5-61EE-4DEB-B600-92261AB42321}" srcOrd="0" destOrd="0" presId="urn:microsoft.com/office/officeart/2005/8/layout/vList2"/>
    <dgm:cxn modelId="{3C37087E-1600-4E0B-BB39-1C777BB1A46D}" srcId="{6EA0DFC2-4F4A-49E5-A51E-CFD2C31D4347}" destId="{CA6A6D43-884A-4AA4-8742-D096A0943EE2}" srcOrd="1" destOrd="0" parTransId="{0B31D5A7-FE81-4B6A-9EA1-545A19035A53}" sibTransId="{17AC973F-8168-4DB2-AE26-F302950E01E6}"/>
    <dgm:cxn modelId="{7A28817E-624D-4F6C-ABB6-B8A3E51173E4}" type="presOf" srcId="{565894A3-0FFA-4BC3-A48D-30A8D2BAE246}" destId="{6EF970A5-61EE-4DEB-B600-92261AB42321}" srcOrd="0" destOrd="7" presId="urn:microsoft.com/office/officeart/2005/8/layout/vList2"/>
    <dgm:cxn modelId="{BBE0B9A9-3BD2-4913-AF31-47204C6A67EA}" type="presOf" srcId="{6EA0DFC2-4F4A-49E5-A51E-CFD2C31D4347}" destId="{2D36FE45-CF65-47A5-AD75-8717AAF67855}" srcOrd="0" destOrd="0" presId="urn:microsoft.com/office/officeart/2005/8/layout/vList2"/>
    <dgm:cxn modelId="{0D70CFB5-818C-41DA-993E-C46DCEE1B55A}" srcId="{9A238A71-563B-4C0D-8659-015C013EE0F4}" destId="{BFF6AF13-B1B8-4912-A24B-179F6675C7E3}" srcOrd="0" destOrd="0" parTransId="{BFE242DA-EB87-4B11-B744-D39C399FE883}" sibTransId="{B1BC5D94-5755-4D29-BAD8-6B6F9A25002B}"/>
    <dgm:cxn modelId="{A3538EC0-675A-47AF-978D-C02F6E76F737}" type="presOf" srcId="{CA6A6D43-884A-4AA4-8742-D096A0943EE2}" destId="{64B82EBF-5B43-4BC7-A424-80D0656BED5D}" srcOrd="0" destOrd="1" presId="urn:microsoft.com/office/officeart/2005/8/layout/vList2"/>
    <dgm:cxn modelId="{75C9C8C8-AEF6-4359-8224-8289BA4D5CF2}" type="presOf" srcId="{72304399-154E-4534-8EB5-E85C37771448}" destId="{6EF970A5-61EE-4DEB-B600-92261AB42321}" srcOrd="0" destOrd="6" presId="urn:microsoft.com/office/officeart/2005/8/layout/vList2"/>
    <dgm:cxn modelId="{73F8E1D5-EA88-48DB-92CA-EA85418EAAA6}" type="presOf" srcId="{BAD0CB08-9FF1-434D-B3A0-67556A6B062D}" destId="{6EF970A5-61EE-4DEB-B600-92261AB42321}" srcOrd="0" destOrd="3" presId="urn:microsoft.com/office/officeart/2005/8/layout/vList2"/>
    <dgm:cxn modelId="{5D22E9D7-0835-4AB5-B60A-E5CEC6435073}" srcId="{9A238A71-563B-4C0D-8659-015C013EE0F4}" destId="{BAD0CB08-9FF1-434D-B3A0-67556A6B062D}" srcOrd="2" destOrd="0" parTransId="{7A1582F4-1FF3-4E43-B921-FBC8A547E2CA}" sibTransId="{34344706-A91B-446E-9717-18BEA2AF5962}"/>
    <dgm:cxn modelId="{B651AFDC-4989-423D-AD2E-8711F83280CC}" srcId="{9A238A71-563B-4C0D-8659-015C013EE0F4}" destId="{72304399-154E-4534-8EB5-E85C37771448}" srcOrd="5" destOrd="0" parTransId="{4AB8CF13-CDB7-4A05-A34D-E9371825A422}" sibTransId="{81CEFDF6-31FF-4BD2-9E87-547593C69FA9}"/>
    <dgm:cxn modelId="{C6BBBCE8-4D5E-4391-8EFE-A9B75EC163C2}" type="presOf" srcId="{486981F8-DA12-4DF1-A21A-5AA3552194BC}" destId="{6EF970A5-61EE-4DEB-B600-92261AB42321}" srcOrd="0" destOrd="8" presId="urn:microsoft.com/office/officeart/2005/8/layout/vList2"/>
    <dgm:cxn modelId="{468488E9-4A60-47E0-99AA-76AD6DF4C204}" srcId="{9A238A71-563B-4C0D-8659-015C013EE0F4}" destId="{565894A3-0FFA-4BC3-A48D-30A8D2BAE246}" srcOrd="6" destOrd="0" parTransId="{A5750024-6CD9-441B-B215-9E5C81FC96D9}" sibTransId="{B64D8E07-3EB5-4CA3-B8F3-27E9BBB55C4D}"/>
    <dgm:cxn modelId="{DCA1A7F9-77F9-4113-97F8-38017CEA967D}" srcId="{9A238A71-563B-4C0D-8659-015C013EE0F4}" destId="{8A11E7B0-7179-49D3-9512-B90491853D1D}" srcOrd="3" destOrd="0" parTransId="{0A88D5B4-3B19-4A68-A362-0110002754A3}" sibTransId="{8CBB2DE5-2DD0-4295-8F0A-E03B7B68CB8E}"/>
    <dgm:cxn modelId="{D0331819-C264-4AC6-8252-8CDDF5955C9A}" type="presParOf" srcId="{B1F08060-7408-493B-B58A-26D5D6A29338}" destId="{0FC1636D-E616-4F71-913B-F33C39CE5A19}" srcOrd="0" destOrd="0" presId="urn:microsoft.com/office/officeart/2005/8/layout/vList2"/>
    <dgm:cxn modelId="{2F49EFC3-19F0-46A2-95C7-6338399DA905}" type="presParOf" srcId="{B1F08060-7408-493B-B58A-26D5D6A29338}" destId="{6EF970A5-61EE-4DEB-B600-92261AB42321}" srcOrd="1" destOrd="0" presId="urn:microsoft.com/office/officeart/2005/8/layout/vList2"/>
    <dgm:cxn modelId="{DB688304-5CE1-4BF8-ACBC-57DECDBD84CC}" type="presParOf" srcId="{B1F08060-7408-493B-B58A-26D5D6A29338}" destId="{2D36FE45-CF65-47A5-AD75-8717AAF67855}" srcOrd="2" destOrd="0" presId="urn:microsoft.com/office/officeart/2005/8/layout/vList2"/>
    <dgm:cxn modelId="{35EF4310-2B59-421F-BFCD-0B9B841F1469}" type="presParOf" srcId="{B1F08060-7408-493B-B58A-26D5D6A29338}" destId="{64B82EBF-5B43-4BC7-A424-80D0656BED5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B21CEE4-B6EA-44AF-B7B3-C27AA24187C1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9F10BA66-5161-439E-B46F-094870209DE8}">
      <dgm:prSet custT="1"/>
      <dgm:spPr/>
      <dgm:t>
        <a:bodyPr/>
        <a:lstStyle/>
        <a:p>
          <a:pPr rtl="0" latinLnBrk="1"/>
          <a:r>
            <a:rPr lang="en-US" sz="1600" b="1" dirty="0"/>
            <a:t>1. </a:t>
          </a:r>
          <a:r>
            <a:rPr lang="ko-KR" altLang="en-US" sz="1600" b="1" dirty="0"/>
            <a:t>카카오 계정으로 로그인</a:t>
          </a:r>
          <a:endParaRPr lang="ko-KR" sz="1600" b="1" dirty="0"/>
        </a:p>
      </dgm:t>
    </dgm:pt>
    <dgm:pt modelId="{20805D97-F6C5-4B95-A744-4E7AF096F2D5}" type="par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6E61FC9F-7C12-4C4D-9A7A-885DF7CD810F}" type="sib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2BF45C17-DF01-4726-A8F6-DE40E1482E66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카카오 앱을 사용하여 로그인</a:t>
          </a:r>
          <a:endParaRPr lang="ko-KR" sz="1400" dirty="0"/>
        </a:p>
      </dgm:t>
    </dgm:pt>
    <dgm:pt modelId="{FFF2F253-A0AD-414D-9479-FFFA3910AC2A}" type="parTrans" cxnId="{3FD18E8B-05C7-4491-B162-D65EBB1EDEA1}">
      <dgm:prSet/>
      <dgm:spPr/>
      <dgm:t>
        <a:bodyPr/>
        <a:lstStyle/>
        <a:p>
          <a:pPr latinLnBrk="1"/>
          <a:endParaRPr lang="ko-KR" altLang="en-US"/>
        </a:p>
      </dgm:t>
    </dgm:pt>
    <dgm:pt modelId="{E46DF3DC-6859-4997-ADEF-47D60316AAD0}" type="sibTrans" cxnId="{3FD18E8B-05C7-4491-B162-D65EBB1EDEA1}">
      <dgm:prSet/>
      <dgm:spPr/>
      <dgm:t>
        <a:bodyPr/>
        <a:lstStyle/>
        <a:p>
          <a:pPr latinLnBrk="1"/>
          <a:endParaRPr lang="ko-KR" altLang="en-US"/>
        </a:p>
      </dgm:t>
    </dgm:pt>
    <dgm:pt modelId="{E751BDDF-1EAA-426E-BF96-99AAF4E6476B}">
      <dgm:prSet custT="1"/>
      <dgm:spPr/>
      <dgm:t>
        <a:bodyPr/>
        <a:lstStyle/>
        <a:p>
          <a:pPr rtl="0" latinLnBrk="1"/>
          <a:r>
            <a:rPr lang="en-US" sz="1400" b="1" dirty="0"/>
            <a:t>2. </a:t>
          </a:r>
          <a:r>
            <a:rPr lang="ko-KR" altLang="en-US" sz="1400" b="1" dirty="0"/>
            <a:t>회원 계정으로 로그인</a:t>
          </a:r>
          <a:endParaRPr lang="ko-KR" sz="1400" b="1" dirty="0"/>
        </a:p>
      </dgm:t>
    </dgm:pt>
    <dgm:pt modelId="{8900C900-0C21-4D52-80E7-DAA82B0402F1}" type="parTrans" cxnId="{D0007C5A-D69E-456A-A5B3-BE68D2A65594}">
      <dgm:prSet/>
      <dgm:spPr/>
      <dgm:t>
        <a:bodyPr/>
        <a:lstStyle/>
        <a:p>
          <a:pPr latinLnBrk="1"/>
          <a:endParaRPr lang="ko-KR" altLang="en-US"/>
        </a:p>
      </dgm:t>
    </dgm:pt>
    <dgm:pt modelId="{43FD233B-A39B-4A6E-8613-7AAFCFA4D725}" type="sibTrans" cxnId="{D0007C5A-D69E-456A-A5B3-BE68D2A65594}">
      <dgm:prSet/>
      <dgm:spPr/>
      <dgm:t>
        <a:bodyPr/>
        <a:lstStyle/>
        <a:p>
          <a:pPr latinLnBrk="1"/>
          <a:endParaRPr lang="ko-KR" altLang="en-US"/>
        </a:p>
      </dgm:t>
    </dgm:pt>
    <dgm:pt modelId="{B56FA5F6-0EC5-4534-8B64-F731ADDC1D11}">
      <dgm:prSet custT="1"/>
      <dgm:spPr/>
      <dgm:t>
        <a:bodyPr/>
        <a:lstStyle/>
        <a:p>
          <a:pPr rtl="0" latinLnBrk="1"/>
          <a:r>
            <a:rPr lang="ko-KR" altLang="en-US" sz="1400" dirty="0"/>
            <a:t>아이디 </a:t>
          </a:r>
          <a:r>
            <a:rPr lang="en-US" altLang="ko-KR" sz="1400" dirty="0"/>
            <a:t>/ </a:t>
          </a:r>
          <a:r>
            <a:rPr lang="ko-KR" altLang="en-US" sz="1400" dirty="0"/>
            <a:t>비밀번호를 입력하여 로그인</a:t>
          </a:r>
          <a:endParaRPr lang="ko-KR" sz="1400" dirty="0"/>
        </a:p>
      </dgm:t>
    </dgm:pt>
    <dgm:pt modelId="{CB757B84-D126-4F32-BC9B-CD37982E4F61}" type="parTrans" cxnId="{946F0C75-DFD6-4BED-B69E-1355FB3C3F43}">
      <dgm:prSet/>
      <dgm:spPr/>
      <dgm:t>
        <a:bodyPr/>
        <a:lstStyle/>
        <a:p>
          <a:pPr latinLnBrk="1"/>
          <a:endParaRPr lang="ko-KR" altLang="en-US"/>
        </a:p>
      </dgm:t>
    </dgm:pt>
    <dgm:pt modelId="{9F21BE2A-6A2C-43A1-8522-5C685DC3E29F}" type="sibTrans" cxnId="{946F0C75-DFD6-4BED-B69E-1355FB3C3F43}">
      <dgm:prSet/>
      <dgm:spPr/>
      <dgm:t>
        <a:bodyPr/>
        <a:lstStyle/>
        <a:p>
          <a:pPr latinLnBrk="1"/>
          <a:endParaRPr lang="ko-KR" altLang="en-US"/>
        </a:p>
      </dgm:t>
    </dgm:pt>
    <dgm:pt modelId="{8086CCA3-67E3-433E-BEB7-33029DF57397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로그인 후 </a:t>
          </a:r>
          <a:r>
            <a:rPr lang="ko-KR" altLang="en-US" sz="1400" dirty="0">
              <a:solidFill>
                <a:srgbClr val="FFFF00"/>
              </a:solidFill>
            </a:rPr>
            <a:t>장비 테스트를 하기 위해서는 권한 설정 필요</a:t>
          </a:r>
          <a:r>
            <a:rPr lang="en-US" altLang="ko-KR" sz="1400" dirty="0"/>
            <a:t>(</a:t>
          </a:r>
          <a:r>
            <a:rPr lang="ko-KR" altLang="en-US" sz="1400" dirty="0"/>
            <a:t>관리자문의</a:t>
          </a:r>
          <a:r>
            <a:rPr lang="en-US" altLang="ko-KR" sz="1400" dirty="0"/>
            <a:t>)</a:t>
          </a:r>
          <a:endParaRPr lang="ko-KR" sz="1400" dirty="0"/>
        </a:p>
      </dgm:t>
    </dgm:pt>
    <dgm:pt modelId="{8BECB6B0-65CC-4AC8-BB57-87EF20AE4828}" type="parTrans" cxnId="{9EC74BC8-313C-42AE-8E3B-CC2D0C5EAABF}">
      <dgm:prSet/>
      <dgm:spPr/>
      <dgm:t>
        <a:bodyPr/>
        <a:lstStyle/>
        <a:p>
          <a:pPr latinLnBrk="1"/>
          <a:endParaRPr lang="ko-KR" altLang="en-US"/>
        </a:p>
      </dgm:t>
    </dgm:pt>
    <dgm:pt modelId="{316AD334-DFC0-4E44-BE9F-8A35FA6BB1F7}" type="sibTrans" cxnId="{9EC74BC8-313C-42AE-8E3B-CC2D0C5EAABF}">
      <dgm:prSet/>
      <dgm:spPr/>
      <dgm:t>
        <a:bodyPr/>
        <a:lstStyle/>
        <a:p>
          <a:pPr latinLnBrk="1"/>
          <a:endParaRPr lang="ko-KR" altLang="en-US"/>
        </a:p>
      </dgm:t>
    </dgm:pt>
    <dgm:pt modelId="{97D4E893-54AA-46D5-9B20-A20B77468E89}">
      <dgm:prSet custT="1"/>
      <dgm:spPr/>
      <dgm:t>
        <a:bodyPr/>
        <a:lstStyle/>
        <a:p>
          <a:pPr rtl="0" latinLnBrk="1"/>
          <a:r>
            <a:rPr lang="ko-KR" altLang="en-US" sz="1400" dirty="0"/>
            <a:t>아이디가 없을 경우</a:t>
          </a:r>
          <a:r>
            <a:rPr lang="en-US" altLang="ko-KR" sz="1400" dirty="0"/>
            <a:t>, </a:t>
          </a:r>
          <a:r>
            <a:rPr lang="ko-KR" altLang="en-US" sz="1400" dirty="0"/>
            <a:t>회원가입 후 로그인</a:t>
          </a:r>
          <a:endParaRPr lang="ko-KR" sz="1400" dirty="0"/>
        </a:p>
      </dgm:t>
    </dgm:pt>
    <dgm:pt modelId="{6B31B7BC-7D33-495E-BDB8-AF7794149DDE}" type="parTrans" cxnId="{EE9CACCF-8683-40C0-8F90-A3CE3A173A97}">
      <dgm:prSet/>
      <dgm:spPr/>
      <dgm:t>
        <a:bodyPr/>
        <a:lstStyle/>
        <a:p>
          <a:pPr latinLnBrk="1"/>
          <a:endParaRPr lang="ko-KR" altLang="en-US"/>
        </a:p>
      </dgm:t>
    </dgm:pt>
    <dgm:pt modelId="{40AC3C9E-1BF9-40E1-9D44-C426AD960A90}" type="sibTrans" cxnId="{EE9CACCF-8683-40C0-8F90-A3CE3A173A97}">
      <dgm:prSet/>
      <dgm:spPr/>
      <dgm:t>
        <a:bodyPr/>
        <a:lstStyle/>
        <a:p>
          <a:pPr latinLnBrk="1"/>
          <a:endParaRPr lang="ko-KR" altLang="en-US"/>
        </a:p>
      </dgm:t>
    </dgm:pt>
    <dgm:pt modelId="{44DA22F2-993C-41C7-9983-D163570FCC6D}">
      <dgm:prSet custT="1"/>
      <dgm:spPr/>
      <dgm:t>
        <a:bodyPr/>
        <a:lstStyle/>
        <a:p>
          <a:pPr rtl="0" latinLnBrk="1">
            <a:lnSpc>
              <a:spcPct val="100000"/>
            </a:lnSpc>
          </a:pPr>
          <a:endParaRPr lang="ko-KR" sz="1400" dirty="0"/>
        </a:p>
      </dgm:t>
    </dgm:pt>
    <dgm:pt modelId="{7DB62A6D-5710-4944-8DC2-5DB1E5F533DE}" type="parTrans" cxnId="{BD09F479-A033-497A-9CA0-19DDD83E6D39}">
      <dgm:prSet/>
      <dgm:spPr/>
      <dgm:t>
        <a:bodyPr/>
        <a:lstStyle/>
        <a:p>
          <a:pPr latinLnBrk="1"/>
          <a:endParaRPr lang="ko-KR" altLang="en-US"/>
        </a:p>
      </dgm:t>
    </dgm:pt>
    <dgm:pt modelId="{64FA4F70-E630-430A-88E4-0395300F6625}" type="sibTrans" cxnId="{BD09F479-A033-497A-9CA0-19DDD83E6D39}">
      <dgm:prSet/>
      <dgm:spPr/>
      <dgm:t>
        <a:bodyPr/>
        <a:lstStyle/>
        <a:p>
          <a:pPr latinLnBrk="1"/>
          <a:endParaRPr lang="ko-KR" altLang="en-US"/>
        </a:p>
      </dgm:t>
    </dgm:pt>
    <dgm:pt modelId="{25BA8592-5EA3-4497-95CB-E0716E05CB3D}">
      <dgm:prSet custT="1"/>
      <dgm:spPr/>
      <dgm:t>
        <a:bodyPr/>
        <a:lstStyle/>
        <a:p>
          <a:pPr rtl="0" latinLnBrk="1">
            <a:lnSpc>
              <a:spcPct val="100000"/>
            </a:lnSpc>
          </a:pPr>
          <a:endParaRPr lang="ko-KR" sz="1400" dirty="0"/>
        </a:p>
      </dgm:t>
    </dgm:pt>
    <dgm:pt modelId="{D2ECFD61-E905-43A1-8572-AC48B5A0B3CF}" type="parTrans" cxnId="{338896E7-A698-4A3D-83FE-3353058FD81C}">
      <dgm:prSet/>
      <dgm:spPr/>
      <dgm:t>
        <a:bodyPr/>
        <a:lstStyle/>
        <a:p>
          <a:pPr latinLnBrk="1"/>
          <a:endParaRPr lang="ko-KR" altLang="en-US"/>
        </a:p>
      </dgm:t>
    </dgm:pt>
    <dgm:pt modelId="{B792B896-062B-4C48-AB0A-D174877DBB2C}" type="sibTrans" cxnId="{338896E7-A698-4A3D-83FE-3353058FD81C}">
      <dgm:prSet/>
      <dgm:spPr/>
      <dgm:t>
        <a:bodyPr/>
        <a:lstStyle/>
        <a:p>
          <a:pPr latinLnBrk="1"/>
          <a:endParaRPr lang="ko-KR" altLang="en-US"/>
        </a:p>
      </dgm:t>
    </dgm:pt>
    <dgm:pt modelId="{0F57B9ED-8674-4353-BD06-5B696FA1656C}">
      <dgm:prSet custT="1"/>
      <dgm:spPr/>
      <dgm:t>
        <a:bodyPr/>
        <a:lstStyle/>
        <a:p>
          <a:pPr latinLnBrk="1"/>
          <a:r>
            <a:rPr lang="ko-KR" altLang="en-US" sz="1400" dirty="0"/>
            <a:t>로그인 후 </a:t>
          </a:r>
          <a:r>
            <a:rPr lang="ko-KR" altLang="en-US" sz="1400" dirty="0">
              <a:solidFill>
                <a:srgbClr val="FFFF00"/>
              </a:solidFill>
            </a:rPr>
            <a:t>장비 테스트를 하기 위해서는 권한 설정 필요</a:t>
          </a:r>
          <a:r>
            <a:rPr lang="en-US" altLang="ko-KR" sz="1400" dirty="0"/>
            <a:t>(</a:t>
          </a:r>
          <a:r>
            <a:rPr lang="ko-KR" altLang="en-US" sz="1400" dirty="0"/>
            <a:t>관리자문의</a:t>
          </a:r>
          <a:r>
            <a:rPr lang="en-US" altLang="ko-KR" sz="1400" dirty="0"/>
            <a:t>)</a:t>
          </a:r>
          <a:endParaRPr lang="ko-KR" sz="1400" dirty="0"/>
        </a:p>
      </dgm:t>
    </dgm:pt>
    <dgm:pt modelId="{37C0DC5A-7A5B-42D9-8BD3-D949A4580BD3}" type="parTrans" cxnId="{A1789DCB-E71F-45F2-8C2B-0B0A67CE4857}">
      <dgm:prSet/>
      <dgm:spPr/>
      <dgm:t>
        <a:bodyPr/>
        <a:lstStyle/>
        <a:p>
          <a:pPr latinLnBrk="1"/>
          <a:endParaRPr lang="ko-KR" altLang="en-US"/>
        </a:p>
      </dgm:t>
    </dgm:pt>
    <dgm:pt modelId="{18822D5E-A6E1-4742-9C94-F5F606DF7061}" type="sibTrans" cxnId="{A1789DCB-E71F-45F2-8C2B-0B0A67CE4857}">
      <dgm:prSet/>
      <dgm:spPr/>
      <dgm:t>
        <a:bodyPr/>
        <a:lstStyle/>
        <a:p>
          <a:pPr latinLnBrk="1"/>
          <a:endParaRPr lang="ko-KR" altLang="en-US"/>
        </a:p>
      </dgm:t>
    </dgm:pt>
    <dgm:pt modelId="{1A698F8B-876B-4F96-BE1F-598BE5DA08E6}">
      <dgm:prSet custT="1"/>
      <dgm:spPr/>
      <dgm:t>
        <a:bodyPr/>
        <a:lstStyle/>
        <a:p>
          <a:pPr latinLnBrk="1"/>
          <a:endParaRPr lang="ko-KR" sz="1400" dirty="0"/>
        </a:p>
      </dgm:t>
    </dgm:pt>
    <dgm:pt modelId="{66221104-6D21-4F05-9F53-B70B7CC2420C}" type="parTrans" cxnId="{B5AD08B8-79BE-487F-A05F-314EA88299B9}">
      <dgm:prSet/>
      <dgm:spPr/>
      <dgm:t>
        <a:bodyPr/>
        <a:lstStyle/>
        <a:p>
          <a:pPr latinLnBrk="1"/>
          <a:endParaRPr lang="ko-KR" altLang="en-US"/>
        </a:p>
      </dgm:t>
    </dgm:pt>
    <dgm:pt modelId="{074625F4-903A-4349-A2B1-8EE1D6FD88E7}" type="sibTrans" cxnId="{B5AD08B8-79BE-487F-A05F-314EA88299B9}">
      <dgm:prSet/>
      <dgm:spPr/>
      <dgm:t>
        <a:bodyPr/>
        <a:lstStyle/>
        <a:p>
          <a:pPr latinLnBrk="1"/>
          <a:endParaRPr lang="ko-KR" altLang="en-US"/>
        </a:p>
      </dgm:t>
    </dgm:pt>
    <dgm:pt modelId="{B1F08060-7408-493B-B58A-26D5D6A29338}" type="pres">
      <dgm:prSet presAssocID="{8B21CEE4-B6EA-44AF-B7B3-C27AA24187C1}" presName="linear" presStyleCnt="0">
        <dgm:presLayoutVars>
          <dgm:animLvl val="lvl"/>
          <dgm:resizeHandles val="exact"/>
        </dgm:presLayoutVars>
      </dgm:prSet>
      <dgm:spPr/>
    </dgm:pt>
    <dgm:pt modelId="{E8ED343A-92D7-4F1D-B6DC-401F7CF12468}" type="pres">
      <dgm:prSet presAssocID="{9F10BA66-5161-439E-B46F-094870209DE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A65DF0-6C42-411F-A6DA-AF48C5444EA3}" type="pres">
      <dgm:prSet presAssocID="{9F10BA66-5161-439E-B46F-094870209DE8}" presName="childText" presStyleLbl="revTx" presStyleIdx="0" presStyleCnt="2">
        <dgm:presLayoutVars>
          <dgm:bulletEnabled val="1"/>
        </dgm:presLayoutVars>
      </dgm:prSet>
      <dgm:spPr/>
    </dgm:pt>
    <dgm:pt modelId="{9F2429FE-27CA-44B8-8C1C-EDA8B4632843}" type="pres">
      <dgm:prSet presAssocID="{E751BDDF-1EAA-426E-BF96-99AAF4E6476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43AACE3-0DA6-40C0-BD93-4DF5968EEFC8}" type="pres">
      <dgm:prSet presAssocID="{E751BDDF-1EAA-426E-BF96-99AAF4E6476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D76A713-6640-43FF-9D6A-5A8C9CB4B4A3}" type="presOf" srcId="{8B21CEE4-B6EA-44AF-B7B3-C27AA24187C1}" destId="{B1F08060-7408-493B-B58A-26D5D6A29338}" srcOrd="0" destOrd="0" presId="urn:microsoft.com/office/officeart/2005/8/layout/vList2"/>
    <dgm:cxn modelId="{8AB8421C-CC8D-4DDF-B0AA-E5FF71E2986B}" type="presOf" srcId="{1A698F8B-876B-4F96-BE1F-598BE5DA08E6}" destId="{443AACE3-0DA6-40C0-BD93-4DF5968EEFC8}" srcOrd="0" destOrd="3" presId="urn:microsoft.com/office/officeart/2005/8/layout/vList2"/>
    <dgm:cxn modelId="{B9869C5B-D31C-4C97-AD12-A8ED800D2C12}" type="presOf" srcId="{0F57B9ED-8674-4353-BD06-5B696FA1656C}" destId="{443AACE3-0DA6-40C0-BD93-4DF5968EEFC8}" srcOrd="0" destOrd="2" presId="urn:microsoft.com/office/officeart/2005/8/layout/vList2"/>
    <dgm:cxn modelId="{549BA341-DC54-4464-928D-1C5165F26096}" type="presOf" srcId="{97D4E893-54AA-46D5-9B20-A20B77468E89}" destId="{443AACE3-0DA6-40C0-BD93-4DF5968EEFC8}" srcOrd="0" destOrd="1" presId="urn:microsoft.com/office/officeart/2005/8/layout/vList2"/>
    <dgm:cxn modelId="{B4422772-507A-46A3-9138-D3FCE772AE05}" type="presOf" srcId="{8086CCA3-67E3-433E-BEB7-33029DF57397}" destId="{42A65DF0-6C42-411F-A6DA-AF48C5444EA3}" srcOrd="0" destOrd="1" presId="urn:microsoft.com/office/officeart/2005/8/layout/vList2"/>
    <dgm:cxn modelId="{25FF4E54-9ACA-44AD-A7C2-7931CAFA972F}" srcId="{8B21CEE4-B6EA-44AF-B7B3-C27AA24187C1}" destId="{9F10BA66-5161-439E-B46F-094870209DE8}" srcOrd="0" destOrd="0" parTransId="{20805D97-F6C5-4B95-A744-4E7AF096F2D5}" sibTransId="{6E61FC9F-7C12-4C4D-9A7A-885DF7CD810F}"/>
    <dgm:cxn modelId="{946F0C75-DFD6-4BED-B69E-1355FB3C3F43}" srcId="{E751BDDF-1EAA-426E-BF96-99AAF4E6476B}" destId="{B56FA5F6-0EC5-4534-8B64-F731ADDC1D11}" srcOrd="0" destOrd="0" parTransId="{CB757B84-D126-4F32-BC9B-CD37982E4F61}" sibTransId="{9F21BE2A-6A2C-43A1-8522-5C685DC3E29F}"/>
    <dgm:cxn modelId="{BD09F479-A033-497A-9CA0-19DDD83E6D39}" srcId="{9F10BA66-5161-439E-B46F-094870209DE8}" destId="{44DA22F2-993C-41C7-9983-D163570FCC6D}" srcOrd="2" destOrd="0" parTransId="{7DB62A6D-5710-4944-8DC2-5DB1E5F533DE}" sibTransId="{64FA4F70-E630-430A-88E4-0395300F6625}"/>
    <dgm:cxn modelId="{D0007C5A-D69E-456A-A5B3-BE68D2A65594}" srcId="{8B21CEE4-B6EA-44AF-B7B3-C27AA24187C1}" destId="{E751BDDF-1EAA-426E-BF96-99AAF4E6476B}" srcOrd="1" destOrd="0" parTransId="{8900C900-0C21-4D52-80E7-DAA82B0402F1}" sibTransId="{43FD233B-A39B-4A6E-8613-7AAFCFA4D725}"/>
    <dgm:cxn modelId="{C82CE786-F874-47F0-AD61-CC59678E8AD0}" type="presOf" srcId="{9F10BA66-5161-439E-B46F-094870209DE8}" destId="{E8ED343A-92D7-4F1D-B6DC-401F7CF12468}" srcOrd="0" destOrd="0" presId="urn:microsoft.com/office/officeart/2005/8/layout/vList2"/>
    <dgm:cxn modelId="{3FD18E8B-05C7-4491-B162-D65EBB1EDEA1}" srcId="{9F10BA66-5161-439E-B46F-094870209DE8}" destId="{2BF45C17-DF01-4726-A8F6-DE40E1482E66}" srcOrd="0" destOrd="0" parTransId="{FFF2F253-A0AD-414D-9479-FFFA3910AC2A}" sibTransId="{E46DF3DC-6859-4997-ADEF-47D60316AAD0}"/>
    <dgm:cxn modelId="{01D8B89E-C8AB-47AD-A586-7C8EB8142B1F}" type="presOf" srcId="{E751BDDF-1EAA-426E-BF96-99AAF4E6476B}" destId="{9F2429FE-27CA-44B8-8C1C-EDA8B4632843}" srcOrd="0" destOrd="0" presId="urn:microsoft.com/office/officeart/2005/8/layout/vList2"/>
    <dgm:cxn modelId="{B5AD08B8-79BE-487F-A05F-314EA88299B9}" srcId="{E751BDDF-1EAA-426E-BF96-99AAF4E6476B}" destId="{1A698F8B-876B-4F96-BE1F-598BE5DA08E6}" srcOrd="3" destOrd="0" parTransId="{66221104-6D21-4F05-9F53-B70B7CC2420C}" sibTransId="{074625F4-903A-4349-A2B1-8EE1D6FD88E7}"/>
    <dgm:cxn modelId="{9EC74BC8-313C-42AE-8E3B-CC2D0C5EAABF}" srcId="{9F10BA66-5161-439E-B46F-094870209DE8}" destId="{8086CCA3-67E3-433E-BEB7-33029DF57397}" srcOrd="1" destOrd="0" parTransId="{8BECB6B0-65CC-4AC8-BB57-87EF20AE4828}" sibTransId="{316AD334-DFC0-4E44-BE9F-8A35FA6BB1F7}"/>
    <dgm:cxn modelId="{A1789DCB-E71F-45F2-8C2B-0B0A67CE4857}" srcId="{E751BDDF-1EAA-426E-BF96-99AAF4E6476B}" destId="{0F57B9ED-8674-4353-BD06-5B696FA1656C}" srcOrd="2" destOrd="0" parTransId="{37C0DC5A-7A5B-42D9-8BD3-D949A4580BD3}" sibTransId="{18822D5E-A6E1-4742-9C94-F5F606DF7061}"/>
    <dgm:cxn modelId="{EE9CACCF-8683-40C0-8F90-A3CE3A173A97}" srcId="{E751BDDF-1EAA-426E-BF96-99AAF4E6476B}" destId="{97D4E893-54AA-46D5-9B20-A20B77468E89}" srcOrd="1" destOrd="0" parTransId="{6B31B7BC-7D33-495E-BDB8-AF7794149DDE}" sibTransId="{40AC3C9E-1BF9-40E1-9D44-C426AD960A90}"/>
    <dgm:cxn modelId="{D0FBE0D4-9617-4E55-AF11-D65651C225A1}" type="presOf" srcId="{25BA8592-5EA3-4497-95CB-E0716E05CB3D}" destId="{42A65DF0-6C42-411F-A6DA-AF48C5444EA3}" srcOrd="0" destOrd="3" presId="urn:microsoft.com/office/officeart/2005/8/layout/vList2"/>
    <dgm:cxn modelId="{9292EDDA-5135-4B21-9FC2-D23C716FD29A}" type="presOf" srcId="{44DA22F2-993C-41C7-9983-D163570FCC6D}" destId="{42A65DF0-6C42-411F-A6DA-AF48C5444EA3}" srcOrd="0" destOrd="2" presId="urn:microsoft.com/office/officeart/2005/8/layout/vList2"/>
    <dgm:cxn modelId="{E782BDE1-9A3F-4BBE-B9F9-9CEBF5D2B4C3}" type="presOf" srcId="{B56FA5F6-0EC5-4534-8B64-F731ADDC1D11}" destId="{443AACE3-0DA6-40C0-BD93-4DF5968EEFC8}" srcOrd="0" destOrd="0" presId="urn:microsoft.com/office/officeart/2005/8/layout/vList2"/>
    <dgm:cxn modelId="{338896E7-A698-4A3D-83FE-3353058FD81C}" srcId="{9F10BA66-5161-439E-B46F-094870209DE8}" destId="{25BA8592-5EA3-4497-95CB-E0716E05CB3D}" srcOrd="3" destOrd="0" parTransId="{D2ECFD61-E905-43A1-8572-AC48B5A0B3CF}" sibTransId="{B792B896-062B-4C48-AB0A-D174877DBB2C}"/>
    <dgm:cxn modelId="{096659ED-BB6D-418A-8B90-4C0F0A43C4AB}" type="presOf" srcId="{2BF45C17-DF01-4726-A8F6-DE40E1482E66}" destId="{42A65DF0-6C42-411F-A6DA-AF48C5444EA3}" srcOrd="0" destOrd="0" presId="urn:microsoft.com/office/officeart/2005/8/layout/vList2"/>
    <dgm:cxn modelId="{B73EFE67-F365-4B10-9F4B-9D3F931FC93D}" type="presParOf" srcId="{B1F08060-7408-493B-B58A-26D5D6A29338}" destId="{E8ED343A-92D7-4F1D-B6DC-401F7CF12468}" srcOrd="0" destOrd="0" presId="urn:microsoft.com/office/officeart/2005/8/layout/vList2"/>
    <dgm:cxn modelId="{D699E4B4-3165-4C83-A548-989C950D9ABC}" type="presParOf" srcId="{B1F08060-7408-493B-B58A-26D5D6A29338}" destId="{42A65DF0-6C42-411F-A6DA-AF48C5444EA3}" srcOrd="1" destOrd="0" presId="urn:microsoft.com/office/officeart/2005/8/layout/vList2"/>
    <dgm:cxn modelId="{453E91C2-CD14-4078-8749-0D34BD66EA04}" type="presParOf" srcId="{B1F08060-7408-493B-B58A-26D5D6A29338}" destId="{9F2429FE-27CA-44B8-8C1C-EDA8B4632843}" srcOrd="2" destOrd="0" presId="urn:microsoft.com/office/officeart/2005/8/layout/vList2"/>
    <dgm:cxn modelId="{3E93D971-C32C-4E50-8339-F1C113D3FFAE}" type="presParOf" srcId="{B1F08060-7408-493B-B58A-26D5D6A29338}" destId="{443AACE3-0DA6-40C0-BD93-4DF5968EEFC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B21CEE4-B6EA-44AF-B7B3-C27AA24187C1}" type="doc">
      <dgm:prSet loTypeId="urn:microsoft.com/office/officeart/2005/8/layout/vList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9F10BA66-5161-439E-B46F-094870209DE8}">
      <dgm:prSet custT="1"/>
      <dgm:spPr/>
      <dgm:t>
        <a:bodyPr/>
        <a:lstStyle/>
        <a:p>
          <a:pPr rtl="0" latinLnBrk="1"/>
          <a:r>
            <a:rPr lang="en-US" sz="1600" b="1" dirty="0"/>
            <a:t>1. </a:t>
          </a:r>
          <a:r>
            <a:rPr lang="ko-KR" altLang="en-US" sz="1600" b="1" dirty="0"/>
            <a:t>제어내역 검색</a:t>
          </a:r>
          <a:endParaRPr lang="ko-KR" sz="1600" b="1" dirty="0"/>
        </a:p>
      </dgm:t>
    </dgm:pt>
    <dgm:pt modelId="{20805D97-F6C5-4B95-A744-4E7AF096F2D5}" type="par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6E61FC9F-7C12-4C4D-9A7A-885DF7CD810F}" type="sibTrans" cxnId="{25FF4E54-9ACA-44AD-A7C2-7931CAFA972F}">
      <dgm:prSet/>
      <dgm:spPr/>
      <dgm:t>
        <a:bodyPr/>
        <a:lstStyle/>
        <a:p>
          <a:pPr latinLnBrk="1"/>
          <a:endParaRPr lang="ko-KR" altLang="en-US"/>
        </a:p>
      </dgm:t>
    </dgm:pt>
    <dgm:pt modelId="{2BF45C17-DF01-4726-A8F6-DE40E1482E66}">
      <dgm:prSet custT="1"/>
      <dgm:spPr/>
      <dgm:t>
        <a:bodyPr/>
        <a:lstStyle/>
        <a:p>
          <a:pPr rtl="0" latinLnBrk="1">
            <a:lnSpc>
              <a:spcPct val="100000"/>
            </a:lnSpc>
          </a:pPr>
          <a:r>
            <a:rPr lang="ko-KR" altLang="en-US" sz="1400" dirty="0"/>
            <a:t>장비 유형 또는 사용자 명으로 장비테스트 실행이력을 확인가능</a:t>
          </a:r>
          <a:endParaRPr lang="ko-KR" sz="1400" dirty="0"/>
        </a:p>
      </dgm:t>
    </dgm:pt>
    <dgm:pt modelId="{FFF2F253-A0AD-414D-9479-FFFA3910AC2A}" type="parTrans" cxnId="{3FD18E8B-05C7-4491-B162-D65EBB1EDEA1}">
      <dgm:prSet/>
      <dgm:spPr/>
      <dgm:t>
        <a:bodyPr/>
        <a:lstStyle/>
        <a:p>
          <a:pPr latinLnBrk="1"/>
          <a:endParaRPr lang="ko-KR" altLang="en-US"/>
        </a:p>
      </dgm:t>
    </dgm:pt>
    <dgm:pt modelId="{E46DF3DC-6859-4997-ADEF-47D60316AAD0}" type="sibTrans" cxnId="{3FD18E8B-05C7-4491-B162-D65EBB1EDEA1}">
      <dgm:prSet/>
      <dgm:spPr/>
      <dgm:t>
        <a:bodyPr/>
        <a:lstStyle/>
        <a:p>
          <a:pPr latinLnBrk="1"/>
          <a:endParaRPr lang="ko-KR" altLang="en-US"/>
        </a:p>
      </dgm:t>
    </dgm:pt>
    <dgm:pt modelId="{E751BDDF-1EAA-426E-BF96-99AAF4E6476B}">
      <dgm:prSet custT="1"/>
      <dgm:spPr/>
      <dgm:t>
        <a:bodyPr/>
        <a:lstStyle/>
        <a:p>
          <a:pPr rtl="0" latinLnBrk="1"/>
          <a:r>
            <a:rPr lang="en-US" sz="1400" b="1" dirty="0"/>
            <a:t>2. </a:t>
          </a:r>
          <a:r>
            <a:rPr lang="ko-KR" altLang="en-US" sz="1400" b="1" dirty="0"/>
            <a:t>제어 내역 확인</a:t>
          </a:r>
          <a:endParaRPr lang="ko-KR" sz="1400" b="1" dirty="0"/>
        </a:p>
      </dgm:t>
    </dgm:pt>
    <dgm:pt modelId="{8900C900-0C21-4D52-80E7-DAA82B0402F1}" type="parTrans" cxnId="{D0007C5A-D69E-456A-A5B3-BE68D2A65594}">
      <dgm:prSet/>
      <dgm:spPr/>
      <dgm:t>
        <a:bodyPr/>
        <a:lstStyle/>
        <a:p>
          <a:pPr latinLnBrk="1"/>
          <a:endParaRPr lang="ko-KR" altLang="en-US"/>
        </a:p>
      </dgm:t>
    </dgm:pt>
    <dgm:pt modelId="{43FD233B-A39B-4A6E-8613-7AAFCFA4D725}" type="sibTrans" cxnId="{D0007C5A-D69E-456A-A5B3-BE68D2A65594}">
      <dgm:prSet/>
      <dgm:spPr/>
      <dgm:t>
        <a:bodyPr/>
        <a:lstStyle/>
        <a:p>
          <a:pPr latinLnBrk="1"/>
          <a:endParaRPr lang="ko-KR" altLang="en-US"/>
        </a:p>
      </dgm:t>
    </dgm:pt>
    <dgm:pt modelId="{B56FA5F6-0EC5-4534-8B64-F731ADDC1D11}">
      <dgm:prSet custT="1"/>
      <dgm:spPr/>
      <dgm:t>
        <a:bodyPr/>
        <a:lstStyle/>
        <a:p>
          <a:pPr rtl="0" latinLnBrk="1"/>
          <a:r>
            <a:rPr lang="ko-KR" altLang="en-US" sz="1400" dirty="0"/>
            <a:t>아이디 </a:t>
          </a:r>
          <a:r>
            <a:rPr lang="en-US" altLang="ko-KR" sz="1400" dirty="0"/>
            <a:t>/ </a:t>
          </a:r>
          <a:r>
            <a:rPr lang="ko-KR" altLang="en-US" sz="1400" dirty="0"/>
            <a:t>비밀번호를 입력하여 로그인</a:t>
          </a:r>
          <a:endParaRPr lang="ko-KR" sz="1400" dirty="0"/>
        </a:p>
      </dgm:t>
    </dgm:pt>
    <dgm:pt modelId="{CB757B84-D126-4F32-BC9B-CD37982E4F61}" type="parTrans" cxnId="{946F0C75-DFD6-4BED-B69E-1355FB3C3F43}">
      <dgm:prSet/>
      <dgm:spPr/>
      <dgm:t>
        <a:bodyPr/>
        <a:lstStyle/>
        <a:p>
          <a:pPr latinLnBrk="1"/>
          <a:endParaRPr lang="ko-KR" altLang="en-US"/>
        </a:p>
      </dgm:t>
    </dgm:pt>
    <dgm:pt modelId="{9F21BE2A-6A2C-43A1-8522-5C685DC3E29F}" type="sibTrans" cxnId="{946F0C75-DFD6-4BED-B69E-1355FB3C3F43}">
      <dgm:prSet/>
      <dgm:spPr/>
      <dgm:t>
        <a:bodyPr/>
        <a:lstStyle/>
        <a:p>
          <a:pPr latinLnBrk="1"/>
          <a:endParaRPr lang="ko-KR" altLang="en-US"/>
        </a:p>
      </dgm:t>
    </dgm:pt>
    <dgm:pt modelId="{97D4E893-54AA-46D5-9B20-A20B77468E89}">
      <dgm:prSet custT="1"/>
      <dgm:spPr/>
      <dgm:t>
        <a:bodyPr/>
        <a:lstStyle/>
        <a:p>
          <a:pPr rtl="0" latinLnBrk="1"/>
          <a:r>
            <a:rPr lang="ko-KR" altLang="en-US" sz="1400" dirty="0"/>
            <a:t>아이디가 없을 경우</a:t>
          </a:r>
          <a:r>
            <a:rPr lang="en-US" altLang="ko-KR" sz="1400" dirty="0"/>
            <a:t>, </a:t>
          </a:r>
          <a:r>
            <a:rPr lang="ko-KR" altLang="en-US" sz="1400" dirty="0"/>
            <a:t>회원가입 후 로그인</a:t>
          </a:r>
          <a:endParaRPr lang="ko-KR" sz="1400" dirty="0"/>
        </a:p>
      </dgm:t>
    </dgm:pt>
    <dgm:pt modelId="{6B31B7BC-7D33-495E-BDB8-AF7794149DDE}" type="parTrans" cxnId="{EE9CACCF-8683-40C0-8F90-A3CE3A173A97}">
      <dgm:prSet/>
      <dgm:spPr/>
      <dgm:t>
        <a:bodyPr/>
        <a:lstStyle/>
        <a:p>
          <a:pPr latinLnBrk="1"/>
          <a:endParaRPr lang="ko-KR" altLang="en-US"/>
        </a:p>
      </dgm:t>
    </dgm:pt>
    <dgm:pt modelId="{40AC3C9E-1BF9-40E1-9D44-C426AD960A90}" type="sibTrans" cxnId="{EE9CACCF-8683-40C0-8F90-A3CE3A173A97}">
      <dgm:prSet/>
      <dgm:spPr/>
      <dgm:t>
        <a:bodyPr/>
        <a:lstStyle/>
        <a:p>
          <a:pPr latinLnBrk="1"/>
          <a:endParaRPr lang="ko-KR" altLang="en-US"/>
        </a:p>
      </dgm:t>
    </dgm:pt>
    <dgm:pt modelId="{0F57B9ED-8674-4353-BD06-5B696FA1656C}">
      <dgm:prSet custT="1"/>
      <dgm:spPr/>
      <dgm:t>
        <a:bodyPr/>
        <a:lstStyle/>
        <a:p>
          <a:pPr latinLnBrk="1"/>
          <a:r>
            <a:rPr lang="ko-KR" altLang="en-US" sz="1400" dirty="0"/>
            <a:t>로그인 후 </a:t>
          </a:r>
          <a:r>
            <a:rPr lang="ko-KR" altLang="en-US" sz="1400" dirty="0">
              <a:solidFill>
                <a:srgbClr val="FFFF00"/>
              </a:solidFill>
            </a:rPr>
            <a:t>장비 테스트를 하기 위해서는 권한 설정 필요</a:t>
          </a:r>
          <a:r>
            <a:rPr lang="en-US" altLang="ko-KR" sz="1400" dirty="0"/>
            <a:t>(</a:t>
          </a:r>
          <a:r>
            <a:rPr lang="ko-KR" altLang="en-US" sz="1400" dirty="0"/>
            <a:t>관리자문의</a:t>
          </a:r>
          <a:r>
            <a:rPr lang="en-US" altLang="ko-KR" sz="1400" dirty="0"/>
            <a:t>)</a:t>
          </a:r>
          <a:endParaRPr lang="ko-KR" sz="1400" dirty="0"/>
        </a:p>
      </dgm:t>
    </dgm:pt>
    <dgm:pt modelId="{37C0DC5A-7A5B-42D9-8BD3-D949A4580BD3}" type="parTrans" cxnId="{A1789DCB-E71F-45F2-8C2B-0B0A67CE4857}">
      <dgm:prSet/>
      <dgm:spPr/>
      <dgm:t>
        <a:bodyPr/>
        <a:lstStyle/>
        <a:p>
          <a:pPr latinLnBrk="1"/>
          <a:endParaRPr lang="ko-KR" altLang="en-US"/>
        </a:p>
      </dgm:t>
    </dgm:pt>
    <dgm:pt modelId="{18822D5E-A6E1-4742-9C94-F5F606DF7061}" type="sibTrans" cxnId="{A1789DCB-E71F-45F2-8C2B-0B0A67CE4857}">
      <dgm:prSet/>
      <dgm:spPr/>
      <dgm:t>
        <a:bodyPr/>
        <a:lstStyle/>
        <a:p>
          <a:pPr latinLnBrk="1"/>
          <a:endParaRPr lang="ko-KR" altLang="en-US"/>
        </a:p>
      </dgm:t>
    </dgm:pt>
    <dgm:pt modelId="{1A698F8B-876B-4F96-BE1F-598BE5DA08E6}">
      <dgm:prSet custT="1"/>
      <dgm:spPr/>
      <dgm:t>
        <a:bodyPr/>
        <a:lstStyle/>
        <a:p>
          <a:pPr latinLnBrk="1"/>
          <a:endParaRPr lang="ko-KR" sz="1400" dirty="0"/>
        </a:p>
      </dgm:t>
    </dgm:pt>
    <dgm:pt modelId="{66221104-6D21-4F05-9F53-B70B7CC2420C}" type="parTrans" cxnId="{B5AD08B8-79BE-487F-A05F-314EA88299B9}">
      <dgm:prSet/>
      <dgm:spPr/>
      <dgm:t>
        <a:bodyPr/>
        <a:lstStyle/>
        <a:p>
          <a:pPr latinLnBrk="1"/>
          <a:endParaRPr lang="ko-KR" altLang="en-US"/>
        </a:p>
      </dgm:t>
    </dgm:pt>
    <dgm:pt modelId="{074625F4-903A-4349-A2B1-8EE1D6FD88E7}" type="sibTrans" cxnId="{B5AD08B8-79BE-487F-A05F-314EA88299B9}">
      <dgm:prSet/>
      <dgm:spPr/>
      <dgm:t>
        <a:bodyPr/>
        <a:lstStyle/>
        <a:p>
          <a:pPr latinLnBrk="1"/>
          <a:endParaRPr lang="ko-KR" altLang="en-US"/>
        </a:p>
      </dgm:t>
    </dgm:pt>
    <dgm:pt modelId="{B1F08060-7408-493B-B58A-26D5D6A29338}" type="pres">
      <dgm:prSet presAssocID="{8B21CEE4-B6EA-44AF-B7B3-C27AA24187C1}" presName="linear" presStyleCnt="0">
        <dgm:presLayoutVars>
          <dgm:animLvl val="lvl"/>
          <dgm:resizeHandles val="exact"/>
        </dgm:presLayoutVars>
      </dgm:prSet>
      <dgm:spPr/>
    </dgm:pt>
    <dgm:pt modelId="{E8ED343A-92D7-4F1D-B6DC-401F7CF12468}" type="pres">
      <dgm:prSet presAssocID="{9F10BA66-5161-439E-B46F-094870209DE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A65DF0-6C42-411F-A6DA-AF48C5444EA3}" type="pres">
      <dgm:prSet presAssocID="{9F10BA66-5161-439E-B46F-094870209DE8}" presName="childText" presStyleLbl="revTx" presStyleIdx="0" presStyleCnt="2">
        <dgm:presLayoutVars>
          <dgm:bulletEnabled val="1"/>
        </dgm:presLayoutVars>
      </dgm:prSet>
      <dgm:spPr/>
    </dgm:pt>
    <dgm:pt modelId="{9F2429FE-27CA-44B8-8C1C-EDA8B4632843}" type="pres">
      <dgm:prSet presAssocID="{E751BDDF-1EAA-426E-BF96-99AAF4E6476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43AACE3-0DA6-40C0-BD93-4DF5968EEFC8}" type="pres">
      <dgm:prSet presAssocID="{E751BDDF-1EAA-426E-BF96-99AAF4E6476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D76A713-6640-43FF-9D6A-5A8C9CB4B4A3}" type="presOf" srcId="{8B21CEE4-B6EA-44AF-B7B3-C27AA24187C1}" destId="{B1F08060-7408-493B-B58A-26D5D6A29338}" srcOrd="0" destOrd="0" presId="urn:microsoft.com/office/officeart/2005/8/layout/vList2"/>
    <dgm:cxn modelId="{8AB8421C-CC8D-4DDF-B0AA-E5FF71E2986B}" type="presOf" srcId="{1A698F8B-876B-4F96-BE1F-598BE5DA08E6}" destId="{443AACE3-0DA6-40C0-BD93-4DF5968EEFC8}" srcOrd="0" destOrd="3" presId="urn:microsoft.com/office/officeart/2005/8/layout/vList2"/>
    <dgm:cxn modelId="{B9869C5B-D31C-4C97-AD12-A8ED800D2C12}" type="presOf" srcId="{0F57B9ED-8674-4353-BD06-5B696FA1656C}" destId="{443AACE3-0DA6-40C0-BD93-4DF5968EEFC8}" srcOrd="0" destOrd="2" presId="urn:microsoft.com/office/officeart/2005/8/layout/vList2"/>
    <dgm:cxn modelId="{549BA341-DC54-4464-928D-1C5165F26096}" type="presOf" srcId="{97D4E893-54AA-46D5-9B20-A20B77468E89}" destId="{443AACE3-0DA6-40C0-BD93-4DF5968EEFC8}" srcOrd="0" destOrd="1" presId="urn:microsoft.com/office/officeart/2005/8/layout/vList2"/>
    <dgm:cxn modelId="{25FF4E54-9ACA-44AD-A7C2-7931CAFA972F}" srcId="{8B21CEE4-B6EA-44AF-B7B3-C27AA24187C1}" destId="{9F10BA66-5161-439E-B46F-094870209DE8}" srcOrd="0" destOrd="0" parTransId="{20805D97-F6C5-4B95-A744-4E7AF096F2D5}" sibTransId="{6E61FC9F-7C12-4C4D-9A7A-885DF7CD810F}"/>
    <dgm:cxn modelId="{946F0C75-DFD6-4BED-B69E-1355FB3C3F43}" srcId="{E751BDDF-1EAA-426E-BF96-99AAF4E6476B}" destId="{B56FA5F6-0EC5-4534-8B64-F731ADDC1D11}" srcOrd="0" destOrd="0" parTransId="{CB757B84-D126-4F32-BC9B-CD37982E4F61}" sibTransId="{9F21BE2A-6A2C-43A1-8522-5C685DC3E29F}"/>
    <dgm:cxn modelId="{D0007C5A-D69E-456A-A5B3-BE68D2A65594}" srcId="{8B21CEE4-B6EA-44AF-B7B3-C27AA24187C1}" destId="{E751BDDF-1EAA-426E-BF96-99AAF4E6476B}" srcOrd="1" destOrd="0" parTransId="{8900C900-0C21-4D52-80E7-DAA82B0402F1}" sibTransId="{43FD233B-A39B-4A6E-8613-7AAFCFA4D725}"/>
    <dgm:cxn modelId="{C82CE786-F874-47F0-AD61-CC59678E8AD0}" type="presOf" srcId="{9F10BA66-5161-439E-B46F-094870209DE8}" destId="{E8ED343A-92D7-4F1D-B6DC-401F7CF12468}" srcOrd="0" destOrd="0" presId="urn:microsoft.com/office/officeart/2005/8/layout/vList2"/>
    <dgm:cxn modelId="{3FD18E8B-05C7-4491-B162-D65EBB1EDEA1}" srcId="{9F10BA66-5161-439E-B46F-094870209DE8}" destId="{2BF45C17-DF01-4726-A8F6-DE40E1482E66}" srcOrd="0" destOrd="0" parTransId="{FFF2F253-A0AD-414D-9479-FFFA3910AC2A}" sibTransId="{E46DF3DC-6859-4997-ADEF-47D60316AAD0}"/>
    <dgm:cxn modelId="{01D8B89E-C8AB-47AD-A586-7C8EB8142B1F}" type="presOf" srcId="{E751BDDF-1EAA-426E-BF96-99AAF4E6476B}" destId="{9F2429FE-27CA-44B8-8C1C-EDA8B4632843}" srcOrd="0" destOrd="0" presId="urn:microsoft.com/office/officeart/2005/8/layout/vList2"/>
    <dgm:cxn modelId="{B5AD08B8-79BE-487F-A05F-314EA88299B9}" srcId="{E751BDDF-1EAA-426E-BF96-99AAF4E6476B}" destId="{1A698F8B-876B-4F96-BE1F-598BE5DA08E6}" srcOrd="3" destOrd="0" parTransId="{66221104-6D21-4F05-9F53-B70B7CC2420C}" sibTransId="{074625F4-903A-4349-A2B1-8EE1D6FD88E7}"/>
    <dgm:cxn modelId="{A1789DCB-E71F-45F2-8C2B-0B0A67CE4857}" srcId="{E751BDDF-1EAA-426E-BF96-99AAF4E6476B}" destId="{0F57B9ED-8674-4353-BD06-5B696FA1656C}" srcOrd="2" destOrd="0" parTransId="{37C0DC5A-7A5B-42D9-8BD3-D949A4580BD3}" sibTransId="{18822D5E-A6E1-4742-9C94-F5F606DF7061}"/>
    <dgm:cxn modelId="{EE9CACCF-8683-40C0-8F90-A3CE3A173A97}" srcId="{E751BDDF-1EAA-426E-BF96-99AAF4E6476B}" destId="{97D4E893-54AA-46D5-9B20-A20B77468E89}" srcOrd="1" destOrd="0" parTransId="{6B31B7BC-7D33-495E-BDB8-AF7794149DDE}" sibTransId="{40AC3C9E-1BF9-40E1-9D44-C426AD960A90}"/>
    <dgm:cxn modelId="{E782BDE1-9A3F-4BBE-B9F9-9CEBF5D2B4C3}" type="presOf" srcId="{B56FA5F6-0EC5-4534-8B64-F731ADDC1D11}" destId="{443AACE3-0DA6-40C0-BD93-4DF5968EEFC8}" srcOrd="0" destOrd="0" presId="urn:microsoft.com/office/officeart/2005/8/layout/vList2"/>
    <dgm:cxn modelId="{096659ED-BB6D-418A-8B90-4C0F0A43C4AB}" type="presOf" srcId="{2BF45C17-DF01-4726-A8F6-DE40E1482E66}" destId="{42A65DF0-6C42-411F-A6DA-AF48C5444EA3}" srcOrd="0" destOrd="0" presId="urn:microsoft.com/office/officeart/2005/8/layout/vList2"/>
    <dgm:cxn modelId="{B73EFE67-F365-4B10-9F4B-9D3F931FC93D}" type="presParOf" srcId="{B1F08060-7408-493B-B58A-26D5D6A29338}" destId="{E8ED343A-92D7-4F1D-B6DC-401F7CF12468}" srcOrd="0" destOrd="0" presId="urn:microsoft.com/office/officeart/2005/8/layout/vList2"/>
    <dgm:cxn modelId="{D699E4B4-3165-4C83-A548-989C950D9ABC}" type="presParOf" srcId="{B1F08060-7408-493B-B58A-26D5D6A29338}" destId="{42A65DF0-6C42-411F-A6DA-AF48C5444EA3}" srcOrd="1" destOrd="0" presId="urn:microsoft.com/office/officeart/2005/8/layout/vList2"/>
    <dgm:cxn modelId="{453E91C2-CD14-4078-8749-0D34BD66EA04}" type="presParOf" srcId="{B1F08060-7408-493B-B58A-26D5D6A29338}" destId="{9F2429FE-27CA-44B8-8C1C-EDA8B4632843}" srcOrd="2" destOrd="0" presId="urn:microsoft.com/office/officeart/2005/8/layout/vList2"/>
    <dgm:cxn modelId="{3E93D971-C32C-4E50-8339-F1C113D3FFAE}" type="presParOf" srcId="{B1F08060-7408-493B-B58A-26D5D6A29338}" destId="{443AACE3-0DA6-40C0-BD93-4DF5968EEFC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655F56-29F5-483D-B769-32FA4CD57583}">
      <dsp:nvSpPr>
        <dsp:cNvPr id="0" name=""/>
        <dsp:cNvSpPr/>
      </dsp:nvSpPr>
      <dsp:spPr>
        <a:xfrm>
          <a:off x="0" y="3634315"/>
          <a:ext cx="10826496" cy="1192863"/>
        </a:xfrm>
        <a:prstGeom prst="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7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b="1" kern="1200" dirty="0"/>
            <a:t>지도 </a:t>
          </a:r>
          <a:r>
            <a:rPr lang="ko-KR" altLang="en-US" sz="2400" b="1" kern="1200" dirty="0" err="1"/>
            <a:t>길찾기</a:t>
          </a:r>
          <a:r>
            <a:rPr lang="ko-KR" altLang="en-US" sz="2400" b="1" kern="1200" dirty="0"/>
            <a:t> 기능으로 </a:t>
          </a:r>
          <a:r>
            <a:rPr lang="ko-KR" altLang="en-US" sz="2400" b="1" kern="1200" dirty="0">
              <a:solidFill>
                <a:srgbClr val="00B0F0"/>
              </a:solidFill>
            </a:rPr>
            <a:t>편의성 향상</a:t>
          </a:r>
        </a:p>
      </dsp:txBody>
      <dsp:txXfrm>
        <a:off x="0" y="3634315"/>
        <a:ext cx="10826496" cy="644146"/>
      </dsp:txXfrm>
    </dsp:sp>
    <dsp:sp modelId="{F95DB6A2-0821-4BBD-A83F-5E36CB096638}">
      <dsp:nvSpPr>
        <dsp:cNvPr id="0" name=""/>
        <dsp:cNvSpPr/>
      </dsp:nvSpPr>
      <dsp:spPr>
        <a:xfrm>
          <a:off x="0" y="4254604"/>
          <a:ext cx="5413248" cy="54871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800" b="1" kern="1200" dirty="0"/>
            <a:t>- </a:t>
          </a:r>
          <a:r>
            <a:rPr lang="ko-KR" altLang="en-US" sz="800" b="1" kern="1200" dirty="0"/>
            <a:t>현장을 모르는 사람이 특정 현장으로 출장 시  주소 요청 필요</a:t>
          </a:r>
          <a:r>
            <a:rPr lang="en-US" altLang="ko-KR" sz="800" b="1" kern="1200" dirty="0"/>
            <a:t>.</a:t>
          </a:r>
          <a:br>
            <a:rPr lang="en-US" altLang="ko-KR" sz="800" b="1" kern="1200" dirty="0"/>
          </a:br>
          <a:r>
            <a:rPr lang="en-US" altLang="ko-KR" sz="800" b="1" kern="1200" dirty="0"/>
            <a:t>- </a:t>
          </a:r>
          <a:r>
            <a:rPr lang="ko-KR" altLang="en-US" sz="800" b="1" kern="1200" dirty="0"/>
            <a:t>문서 또는 카톡 메모로 주소 입력해서 </a:t>
          </a:r>
          <a:r>
            <a:rPr lang="ko-KR" altLang="en-US" sz="800" b="1" kern="1200" dirty="0" err="1"/>
            <a:t>찾아감</a:t>
          </a:r>
          <a:r>
            <a:rPr lang="en-US" altLang="ko-KR" sz="800" b="1" kern="1200" dirty="0"/>
            <a:t>.</a:t>
          </a:r>
          <a:br>
            <a:rPr lang="en-US" altLang="ko-KR" sz="800" b="1" kern="1200" dirty="0"/>
          </a:br>
          <a:r>
            <a:rPr lang="en-US" altLang="ko-KR" sz="800" b="1" kern="1200" dirty="0"/>
            <a:t>- </a:t>
          </a:r>
          <a:r>
            <a:rPr lang="ko-KR" altLang="en-US" sz="800" b="1" kern="1200" dirty="0"/>
            <a:t>지번 주소로 찾아가도 </a:t>
          </a:r>
          <a:r>
            <a:rPr lang="ko-KR" altLang="en-US" sz="800" b="1" u="sng" kern="1200" dirty="0">
              <a:solidFill>
                <a:srgbClr val="FF0000"/>
              </a:solidFill>
            </a:rPr>
            <a:t>정확한 위치 파악이 어려움</a:t>
          </a:r>
          <a:r>
            <a:rPr lang="en-US" altLang="ko-KR" sz="800" b="1" kern="1200" dirty="0">
              <a:solidFill>
                <a:srgbClr val="FF0000"/>
              </a:solidFill>
            </a:rPr>
            <a:t>.</a:t>
          </a:r>
          <a:endParaRPr lang="ko-KR" sz="800" b="1" kern="1200" dirty="0">
            <a:solidFill>
              <a:srgbClr val="FF0000"/>
            </a:solidFill>
          </a:endParaRPr>
        </a:p>
      </dsp:txBody>
      <dsp:txXfrm>
        <a:off x="0" y="4254604"/>
        <a:ext cx="5413248" cy="548717"/>
      </dsp:txXfrm>
    </dsp:sp>
    <dsp:sp modelId="{1EB1DE8E-ADF7-405A-AFA4-54DFC4D647B1}">
      <dsp:nvSpPr>
        <dsp:cNvPr id="0" name=""/>
        <dsp:cNvSpPr/>
      </dsp:nvSpPr>
      <dsp:spPr>
        <a:xfrm>
          <a:off x="5413248" y="4254604"/>
          <a:ext cx="5413248" cy="54871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800" b="1" kern="1200" dirty="0"/>
            <a:t>- </a:t>
          </a:r>
          <a:r>
            <a:rPr lang="ko-KR" altLang="en-US" sz="800" b="1" kern="1200" dirty="0"/>
            <a:t>운영지원 시스템을 통해 출장 시 </a:t>
          </a:r>
          <a:r>
            <a:rPr lang="en-US" altLang="ko-KR" sz="800" b="1" kern="1200" dirty="0"/>
            <a:t>＂</a:t>
          </a:r>
          <a:r>
            <a:rPr lang="ko-KR" altLang="en-US" sz="800" b="1" kern="1200" dirty="0"/>
            <a:t>네이버 </a:t>
          </a:r>
          <a:r>
            <a:rPr lang="ko-KR" altLang="en-US" sz="800" b="1" kern="1200" dirty="0" err="1"/>
            <a:t>길찾기</a:t>
          </a:r>
          <a:r>
            <a:rPr lang="en-US" altLang="ko-KR" sz="800" b="1" kern="1200" dirty="0"/>
            <a:t>”</a:t>
          </a:r>
          <a:r>
            <a:rPr lang="ko-KR" altLang="en-US" sz="800" b="1" kern="1200" dirty="0"/>
            <a:t>로 바로 이동 가능</a:t>
          </a:r>
          <a:r>
            <a:rPr lang="en-US" altLang="ko-KR" sz="800" b="1" kern="1200" dirty="0"/>
            <a:t>.</a:t>
          </a:r>
          <a:br>
            <a:rPr lang="en-US" altLang="ko-KR" sz="800" b="1" kern="1200" dirty="0"/>
          </a:br>
          <a:r>
            <a:rPr lang="en-US" altLang="ko-KR" sz="800" b="1" kern="1200" dirty="0"/>
            <a:t>- </a:t>
          </a:r>
          <a:r>
            <a:rPr lang="ko-KR" altLang="en-US" sz="800" b="1" kern="1200" dirty="0"/>
            <a:t>위경도 기반으로 </a:t>
          </a:r>
          <a:r>
            <a:rPr lang="ko-KR" altLang="en-US" sz="800" b="1" kern="1200" dirty="0" err="1"/>
            <a:t>길찾기를</a:t>
          </a:r>
          <a:r>
            <a:rPr lang="ko-KR" altLang="en-US" sz="800" b="1" kern="1200" dirty="0"/>
            <a:t> 안내하므로</a:t>
          </a:r>
          <a:r>
            <a:rPr lang="en-US" altLang="ko-KR" sz="800" b="1" kern="1200" dirty="0"/>
            <a:t>, </a:t>
          </a:r>
          <a:r>
            <a:rPr lang="ko-KR" altLang="en-US" sz="800" b="1" u="sng" kern="1200" dirty="0">
              <a:solidFill>
                <a:srgbClr val="FF0000"/>
              </a:solidFill>
            </a:rPr>
            <a:t>정확한 위치로 이동 가능</a:t>
          </a:r>
          <a:r>
            <a:rPr lang="ko-KR" altLang="en-US" sz="800" b="1" kern="1200" dirty="0"/>
            <a:t>함</a:t>
          </a:r>
          <a:r>
            <a:rPr lang="en-US" altLang="ko-KR" sz="800" b="1" kern="1200" dirty="0"/>
            <a:t>.</a:t>
          </a:r>
          <a:endParaRPr lang="ko-KR" sz="800" b="1" kern="1200" dirty="0"/>
        </a:p>
      </dsp:txBody>
      <dsp:txXfrm>
        <a:off x="5413248" y="4254604"/>
        <a:ext cx="5413248" cy="548717"/>
      </dsp:txXfrm>
    </dsp:sp>
    <dsp:sp modelId="{D333E26F-48CE-4FA4-81A4-868508F7C59B}">
      <dsp:nvSpPr>
        <dsp:cNvPr id="0" name=""/>
        <dsp:cNvSpPr/>
      </dsp:nvSpPr>
      <dsp:spPr>
        <a:xfrm rot="10800000">
          <a:off x="0" y="1817584"/>
          <a:ext cx="10826496" cy="1834623"/>
        </a:xfrm>
        <a:prstGeom prst="upArrowCallou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7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b="1" kern="1200" dirty="0"/>
            <a:t>현장 테스트 기능으로 </a:t>
          </a:r>
          <a:r>
            <a:rPr lang="ko-KR" altLang="en-US" sz="2400" b="1" kern="1200" dirty="0">
              <a:solidFill>
                <a:srgbClr val="FFC000"/>
              </a:solidFill>
            </a:rPr>
            <a:t>작업시간 단축</a:t>
          </a:r>
        </a:p>
      </dsp:txBody>
      <dsp:txXfrm rot="-10800000">
        <a:off x="0" y="1817584"/>
        <a:ext cx="10826496" cy="643952"/>
      </dsp:txXfrm>
    </dsp:sp>
    <dsp:sp modelId="{27D07E67-1FD8-4673-87BD-A311A9C5A2A4}">
      <dsp:nvSpPr>
        <dsp:cNvPr id="0" name=""/>
        <dsp:cNvSpPr/>
      </dsp:nvSpPr>
      <dsp:spPr>
        <a:xfrm>
          <a:off x="0" y="2461537"/>
          <a:ext cx="5413248" cy="54855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800" b="1" kern="1200" dirty="0"/>
            <a:t>- </a:t>
          </a:r>
          <a:r>
            <a:rPr lang="ko-KR" altLang="en-US" sz="800" b="1" kern="1200" dirty="0" err="1"/>
            <a:t>로거</a:t>
          </a:r>
          <a:r>
            <a:rPr lang="ko-KR" altLang="en-US" sz="800" b="1" kern="1200" dirty="0"/>
            <a:t> 또는 센서 교체</a:t>
          </a:r>
          <a:r>
            <a:rPr lang="en-US" altLang="ko-KR" sz="800" b="1" kern="1200" dirty="0"/>
            <a:t>, </a:t>
          </a:r>
          <a:r>
            <a:rPr lang="ko-KR" altLang="en-US" sz="800" b="1" kern="1200" dirty="0"/>
            <a:t>장비 동작시험 시 현장에서 사무실로 전화로 </a:t>
          </a:r>
          <a:r>
            <a:rPr lang="ko-KR" altLang="en-US" sz="800" b="1" kern="1200" dirty="0" err="1"/>
            <a:t>지원요청하여</a:t>
          </a:r>
          <a:r>
            <a:rPr lang="ko-KR" altLang="en-US" sz="800" b="1" kern="1200" dirty="0"/>
            <a:t> 제어</a:t>
          </a:r>
          <a:r>
            <a:rPr lang="en-US" altLang="ko-KR" sz="800" b="1" kern="1200" dirty="0"/>
            <a:t>.</a:t>
          </a:r>
          <a:br>
            <a:rPr lang="en-US" altLang="ko-KR" sz="800" b="1" kern="1200" dirty="0"/>
          </a:br>
          <a:r>
            <a:rPr lang="ko-KR" altLang="en-US" sz="800" b="1" kern="1200" dirty="0"/>
            <a:t>통화 중 이거나</a:t>
          </a:r>
          <a:r>
            <a:rPr lang="en-US" altLang="ko-KR" sz="800" b="1" kern="1200" dirty="0"/>
            <a:t>, </a:t>
          </a:r>
          <a:r>
            <a:rPr lang="ko-KR" altLang="en-US" sz="800" b="1" kern="1200" dirty="0" err="1"/>
            <a:t>부재시</a:t>
          </a:r>
          <a:r>
            <a:rPr lang="ko-KR" altLang="en-US" sz="800" b="1" kern="1200" dirty="0"/>
            <a:t> 제어불가 </a:t>
          </a:r>
          <a:r>
            <a:rPr lang="en-US" altLang="ko-KR" sz="800" b="1" kern="1200" dirty="0"/>
            <a:t>&gt; </a:t>
          </a:r>
          <a:r>
            <a:rPr lang="ko-KR" altLang="en-US" sz="800" b="1" u="sng" kern="1200" dirty="0">
              <a:solidFill>
                <a:srgbClr val="FF0000"/>
              </a:solidFill>
            </a:rPr>
            <a:t>현장에서 대기</a:t>
          </a:r>
          <a:r>
            <a:rPr lang="ko-KR" altLang="en-US" sz="800" b="1" kern="1200" dirty="0"/>
            <a:t>해야 함</a:t>
          </a:r>
          <a:r>
            <a:rPr lang="en-US" altLang="ko-KR" sz="800" b="1" kern="1200" dirty="0"/>
            <a:t>.</a:t>
          </a:r>
          <a:endParaRPr lang="ko-KR" sz="800" b="1" kern="1200" dirty="0"/>
        </a:p>
      </dsp:txBody>
      <dsp:txXfrm>
        <a:off x="0" y="2461537"/>
        <a:ext cx="5413248" cy="548552"/>
      </dsp:txXfrm>
    </dsp:sp>
    <dsp:sp modelId="{4F84C4B6-759C-4B13-B8D1-01B5683CD0FE}">
      <dsp:nvSpPr>
        <dsp:cNvPr id="0" name=""/>
        <dsp:cNvSpPr/>
      </dsp:nvSpPr>
      <dsp:spPr>
        <a:xfrm>
          <a:off x="5413248" y="2461537"/>
          <a:ext cx="5413248" cy="54855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800" b="1" kern="1200" dirty="0"/>
            <a:t>- </a:t>
          </a:r>
          <a:r>
            <a:rPr lang="ko-KR" altLang="en-US" sz="800" b="1" kern="1200" dirty="0" err="1"/>
            <a:t>로거</a:t>
          </a:r>
          <a:r>
            <a:rPr lang="ko-KR" altLang="en-US" sz="800" b="1" kern="1200" dirty="0"/>
            <a:t> 또는 센서 교체</a:t>
          </a:r>
          <a:r>
            <a:rPr lang="en-US" altLang="ko-KR" sz="800" b="1" kern="1200" dirty="0"/>
            <a:t>, </a:t>
          </a:r>
          <a:r>
            <a:rPr lang="ko-KR" altLang="en-US" sz="800" b="1" kern="1200" dirty="0"/>
            <a:t>장비 동작시험 시 현장에서 운영지원시스템을 통해서 </a:t>
          </a:r>
          <a:br>
            <a:rPr lang="en-US" altLang="ko-KR" sz="800" b="1" kern="1200" dirty="0"/>
          </a:br>
          <a:r>
            <a:rPr lang="ko-KR" altLang="en-US" sz="800" b="1" u="sng" kern="1200" dirty="0">
              <a:solidFill>
                <a:srgbClr val="FF0000"/>
              </a:solidFill>
            </a:rPr>
            <a:t>직접 제어</a:t>
          </a:r>
          <a:r>
            <a:rPr lang="ko-KR" altLang="en-US" sz="800" b="1" kern="1200" dirty="0"/>
            <a:t> 가능</a:t>
          </a:r>
          <a:r>
            <a:rPr lang="en-US" altLang="ko-KR" sz="800" b="1" kern="1200" dirty="0"/>
            <a:t> &gt; </a:t>
          </a:r>
          <a:r>
            <a:rPr lang="ko-KR" altLang="en-US" sz="800" b="1" kern="1200" dirty="0"/>
            <a:t>작업 시간 감소</a:t>
          </a:r>
          <a:r>
            <a:rPr lang="en-US" altLang="ko-KR" sz="800" b="1" kern="1200" dirty="0"/>
            <a:t>.</a:t>
          </a:r>
          <a:endParaRPr lang="ko-KR" sz="800" b="1" kern="1200" dirty="0"/>
        </a:p>
      </dsp:txBody>
      <dsp:txXfrm>
        <a:off x="5413248" y="2461537"/>
        <a:ext cx="5413248" cy="548552"/>
      </dsp:txXfrm>
    </dsp:sp>
    <dsp:sp modelId="{6CE3C791-011E-4EEA-9005-AB397BDBA27D}">
      <dsp:nvSpPr>
        <dsp:cNvPr id="0" name=""/>
        <dsp:cNvSpPr/>
      </dsp:nvSpPr>
      <dsp:spPr>
        <a:xfrm rot="10800000">
          <a:off x="0" y="853"/>
          <a:ext cx="10826496" cy="1834623"/>
        </a:xfrm>
        <a:prstGeom prst="upArrowCallou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7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b="1" kern="1200" dirty="0"/>
            <a:t>장애 장비 통합관리 및 </a:t>
          </a:r>
          <a:r>
            <a:rPr lang="ko-KR" altLang="en-US" sz="2400" b="1" kern="1200" dirty="0">
              <a:solidFill>
                <a:srgbClr val="FF0000"/>
              </a:solidFill>
            </a:rPr>
            <a:t>선대응</a:t>
          </a:r>
          <a:r>
            <a:rPr lang="ko-KR" altLang="en-US" sz="2400" b="1" kern="1200" dirty="0"/>
            <a:t>으로 </a:t>
          </a:r>
          <a:r>
            <a:rPr lang="ko-KR" altLang="en-US" sz="2400" b="1" kern="1200" dirty="0">
              <a:solidFill>
                <a:srgbClr val="92D050"/>
              </a:solidFill>
            </a:rPr>
            <a:t>신뢰성 향상</a:t>
          </a:r>
        </a:p>
      </dsp:txBody>
      <dsp:txXfrm rot="-10800000">
        <a:off x="0" y="853"/>
        <a:ext cx="10826496" cy="643952"/>
      </dsp:txXfrm>
    </dsp:sp>
    <dsp:sp modelId="{81A67D2B-D519-40F8-9E02-6AFBCA0E86B5}">
      <dsp:nvSpPr>
        <dsp:cNvPr id="0" name=""/>
        <dsp:cNvSpPr/>
      </dsp:nvSpPr>
      <dsp:spPr>
        <a:xfrm>
          <a:off x="0" y="644806"/>
          <a:ext cx="5413248" cy="54855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800" b="1" kern="1200" dirty="0"/>
            <a:t>- </a:t>
          </a:r>
          <a:r>
            <a:rPr lang="ko-KR" altLang="en-US" sz="800" b="1" kern="1200" dirty="0"/>
            <a:t>주무관으로부터 연락이 와야 장비 장애상황 인지 후 대응 가능</a:t>
          </a:r>
          <a:r>
            <a:rPr lang="en-US" altLang="ko-KR" sz="800" b="1" kern="1200" dirty="0"/>
            <a:t>.</a:t>
          </a:r>
          <a:br>
            <a:rPr lang="en-US" altLang="ko-KR" sz="800" b="1" kern="1200" dirty="0"/>
          </a:br>
          <a:r>
            <a:rPr lang="en-US" altLang="ko-KR" sz="800" b="1" kern="1200" dirty="0"/>
            <a:t>- </a:t>
          </a:r>
          <a:r>
            <a:rPr lang="ko-KR" altLang="en-US" sz="800" b="1" kern="1200" dirty="0"/>
            <a:t>하천 범람</a:t>
          </a:r>
          <a:r>
            <a:rPr lang="en-US" altLang="ko-KR" sz="800" b="1" kern="1200" dirty="0"/>
            <a:t>, </a:t>
          </a:r>
          <a:r>
            <a:rPr lang="ko-KR" altLang="en-US" sz="800" b="1" kern="1200" dirty="0"/>
            <a:t>주차장 침수</a:t>
          </a:r>
          <a:r>
            <a:rPr lang="en-US" altLang="ko-KR" sz="800" b="1" kern="1200" dirty="0"/>
            <a:t>, </a:t>
          </a:r>
          <a:r>
            <a:rPr lang="ko-KR" altLang="en-US" sz="800" b="1" kern="1200" dirty="0"/>
            <a:t>토사붕괴 등 </a:t>
          </a:r>
          <a:r>
            <a:rPr lang="ko-KR" altLang="en-US" sz="800" b="1" u="sng" kern="1200" dirty="0">
              <a:solidFill>
                <a:srgbClr val="FF0000"/>
              </a:solidFill>
            </a:rPr>
            <a:t>사건이 일어난 이후에 연락이 와야</a:t>
          </a:r>
          <a:r>
            <a:rPr lang="ko-KR" altLang="en-US" sz="800" b="1" kern="1200" dirty="0"/>
            <a:t> 인지 가능</a:t>
          </a:r>
          <a:r>
            <a:rPr lang="en-US" altLang="ko-KR" sz="800" b="1" kern="1200" dirty="0"/>
            <a:t>.</a:t>
          </a:r>
          <a:endParaRPr lang="ko-KR" sz="800" b="1" kern="1200" dirty="0"/>
        </a:p>
      </dsp:txBody>
      <dsp:txXfrm>
        <a:off x="0" y="644806"/>
        <a:ext cx="5413248" cy="548552"/>
      </dsp:txXfrm>
    </dsp:sp>
    <dsp:sp modelId="{470F272D-25B2-4411-8587-EC0581627B42}">
      <dsp:nvSpPr>
        <dsp:cNvPr id="0" name=""/>
        <dsp:cNvSpPr/>
      </dsp:nvSpPr>
      <dsp:spPr>
        <a:xfrm>
          <a:off x="5413248" y="644806"/>
          <a:ext cx="5413248" cy="54855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800" b="1" kern="1200" dirty="0"/>
            <a:t>- </a:t>
          </a:r>
          <a:r>
            <a:rPr lang="ko-KR" altLang="en-US" sz="800" b="1" kern="1200" dirty="0"/>
            <a:t>운영지원 시스템에서 각 지역별  장비의 장애 발생상황을 </a:t>
          </a:r>
          <a:r>
            <a:rPr lang="ko-KR" altLang="en-US" sz="800" b="1" u="sng" kern="1200" dirty="0">
              <a:solidFill>
                <a:srgbClr val="FF0000"/>
              </a:solidFill>
            </a:rPr>
            <a:t>미리 파악하여 </a:t>
          </a:r>
          <a:r>
            <a:rPr lang="ko-KR" altLang="en-US" sz="800" b="1" u="sng" kern="1200" dirty="0" err="1">
              <a:solidFill>
                <a:srgbClr val="FF0000"/>
              </a:solidFill>
            </a:rPr>
            <a:t>선대응</a:t>
          </a:r>
          <a:r>
            <a:rPr lang="ko-KR" altLang="en-US" sz="800" b="1" u="sng" kern="1200" dirty="0">
              <a:solidFill>
                <a:srgbClr val="FF0000"/>
              </a:solidFill>
            </a:rPr>
            <a:t> </a:t>
          </a:r>
          <a:r>
            <a:rPr lang="ko-KR" altLang="en-US" sz="800" b="1" kern="1200" dirty="0"/>
            <a:t>가능</a:t>
          </a:r>
          <a:r>
            <a:rPr lang="en-US" altLang="ko-KR" sz="800" b="1" kern="1200" dirty="0"/>
            <a:t>.</a:t>
          </a:r>
          <a:br>
            <a:rPr lang="en-US" altLang="ko-KR" sz="800" b="1" kern="1200" dirty="0"/>
          </a:br>
          <a:r>
            <a:rPr lang="en-US" altLang="ko-KR" sz="800" b="1" kern="1200" dirty="0"/>
            <a:t>- </a:t>
          </a:r>
          <a:r>
            <a:rPr lang="ko-KR" altLang="en-US" sz="800" b="1" kern="1200" dirty="0"/>
            <a:t>신규도입 또는 담당자 관심지역의  장비 장애상태 미리 인지하여 집중적인 관리 가능</a:t>
          </a:r>
          <a:r>
            <a:rPr lang="en-US" altLang="ko-KR" sz="800" b="1" kern="1200" dirty="0"/>
            <a:t>.</a:t>
          </a:r>
          <a:endParaRPr lang="ko-KR" sz="800" b="1" kern="1200" dirty="0"/>
        </a:p>
      </dsp:txBody>
      <dsp:txXfrm>
        <a:off x="5413248" y="644806"/>
        <a:ext cx="5413248" cy="5485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09156D-271E-443B-8204-7B3AF3F05C00}">
      <dsp:nvSpPr>
        <dsp:cNvPr id="0" name=""/>
        <dsp:cNvSpPr/>
      </dsp:nvSpPr>
      <dsp:spPr>
        <a:xfrm>
          <a:off x="-5015325" y="-768409"/>
          <a:ext cx="5972921" cy="5972921"/>
        </a:xfrm>
        <a:prstGeom prst="blockArc">
          <a:avLst>
            <a:gd name="adj1" fmla="val 18900000"/>
            <a:gd name="adj2" fmla="val 2700000"/>
            <a:gd name="adj3" fmla="val 362"/>
          </a:avLst>
        </a:prstGeom>
        <a:noFill/>
        <a:ln w="222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07B299-3CEE-4592-BF69-5D6DA54D61AD}">
      <dsp:nvSpPr>
        <dsp:cNvPr id="0" name=""/>
        <dsp:cNvSpPr/>
      </dsp:nvSpPr>
      <dsp:spPr>
        <a:xfrm>
          <a:off x="501434" y="341047"/>
          <a:ext cx="3616619" cy="682449"/>
        </a:xfrm>
        <a:prstGeom prst="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1695" tIns="35560" rIns="35560" bIns="35560" numCol="1" spcCol="1270" anchor="t" anchorCtr="0">
          <a:noAutofit/>
        </a:bodyPr>
        <a:lstStyle/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1. Top </a:t>
          </a:r>
          <a:r>
            <a:rPr lang="ko-KR" sz="1400" b="1" kern="1200" dirty="0"/>
            <a:t>영역</a:t>
          </a:r>
        </a:p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100" kern="1200" dirty="0"/>
            <a:t>현재 시간</a:t>
          </a:r>
        </a:p>
      </dsp:txBody>
      <dsp:txXfrm>
        <a:off x="501434" y="341047"/>
        <a:ext cx="3616619" cy="682449"/>
      </dsp:txXfrm>
    </dsp:sp>
    <dsp:sp modelId="{56DD6BD3-D1D9-492C-8B96-748DA366B080}">
      <dsp:nvSpPr>
        <dsp:cNvPr id="0" name=""/>
        <dsp:cNvSpPr/>
      </dsp:nvSpPr>
      <dsp:spPr>
        <a:xfrm>
          <a:off x="74903" y="255741"/>
          <a:ext cx="853062" cy="853062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rotWithShape="0">
            <a:srgbClr val="000000">
              <a:alpha val="37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88900" h="8255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C0EFF9E-7B91-4503-B672-5CBBD2BA5230}">
      <dsp:nvSpPr>
        <dsp:cNvPr id="0" name=""/>
        <dsp:cNvSpPr/>
      </dsp:nvSpPr>
      <dsp:spPr>
        <a:xfrm>
          <a:off x="892698" y="1364899"/>
          <a:ext cx="3225355" cy="682449"/>
        </a:xfrm>
        <a:prstGeom prst="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1695" tIns="35560" rIns="35560" bIns="35560" numCol="1" spcCol="1270" anchor="t" anchorCtr="0">
          <a:noAutofit/>
        </a:bodyPr>
        <a:lstStyle/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2. Header </a:t>
          </a:r>
          <a:r>
            <a:rPr lang="ko-KR" sz="1400" b="1" kern="1200" dirty="0"/>
            <a:t>영역</a:t>
          </a:r>
        </a:p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100" kern="1200" dirty="0"/>
            <a:t>메뉴 및 테마 </a:t>
          </a:r>
          <a:r>
            <a:rPr lang="en-US" altLang="ko-KR" sz="1100" kern="1200" dirty="0"/>
            <a:t>/ </a:t>
          </a:r>
          <a:r>
            <a:rPr lang="ko-KR" altLang="en-US" sz="1100" kern="1200" dirty="0"/>
            <a:t>로그인계정</a:t>
          </a:r>
        </a:p>
      </dsp:txBody>
      <dsp:txXfrm>
        <a:off x="892698" y="1364899"/>
        <a:ext cx="3225355" cy="682449"/>
      </dsp:txXfrm>
    </dsp:sp>
    <dsp:sp modelId="{E07A9915-24DC-4283-8FE7-8B51C505B23F}">
      <dsp:nvSpPr>
        <dsp:cNvPr id="0" name=""/>
        <dsp:cNvSpPr/>
      </dsp:nvSpPr>
      <dsp:spPr>
        <a:xfrm>
          <a:off x="466167" y="1279593"/>
          <a:ext cx="853062" cy="853062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rotWithShape="0">
            <a:srgbClr val="000000">
              <a:alpha val="37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88900" h="8255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E32C144-313E-46DC-81EC-F2E448231C83}">
      <dsp:nvSpPr>
        <dsp:cNvPr id="0" name=""/>
        <dsp:cNvSpPr/>
      </dsp:nvSpPr>
      <dsp:spPr>
        <a:xfrm>
          <a:off x="892698" y="2388752"/>
          <a:ext cx="3225355" cy="682449"/>
        </a:xfrm>
        <a:prstGeom prst="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1695" tIns="35560" rIns="35560" bIns="35560" numCol="1" spcCol="1270" anchor="t" anchorCtr="0">
          <a:noAutofit/>
        </a:bodyPr>
        <a:lstStyle/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3. Page </a:t>
          </a:r>
          <a:r>
            <a:rPr lang="ko-KR" sz="1400" b="1" kern="1200" dirty="0"/>
            <a:t>영역</a:t>
          </a:r>
        </a:p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100" kern="1200" dirty="0"/>
            <a:t>메뉴 별 페이지</a:t>
          </a:r>
        </a:p>
      </dsp:txBody>
      <dsp:txXfrm>
        <a:off x="892698" y="2388752"/>
        <a:ext cx="3225355" cy="682449"/>
      </dsp:txXfrm>
    </dsp:sp>
    <dsp:sp modelId="{F82108FB-B9EB-4EC0-803C-D71CE00EBC4F}">
      <dsp:nvSpPr>
        <dsp:cNvPr id="0" name=""/>
        <dsp:cNvSpPr/>
      </dsp:nvSpPr>
      <dsp:spPr>
        <a:xfrm>
          <a:off x="466167" y="2303445"/>
          <a:ext cx="853062" cy="853062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rotWithShape="0">
            <a:srgbClr val="000000">
              <a:alpha val="37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88900" h="8255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F9E6C71-A346-43DF-9FE5-6A16AA6FE851}">
      <dsp:nvSpPr>
        <dsp:cNvPr id="0" name=""/>
        <dsp:cNvSpPr/>
      </dsp:nvSpPr>
      <dsp:spPr>
        <a:xfrm>
          <a:off x="501434" y="3412604"/>
          <a:ext cx="3616619" cy="682449"/>
        </a:xfrm>
        <a:prstGeom prst="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1695" tIns="35560" rIns="35560" bIns="35560" numCol="1" spcCol="1270" anchor="t" anchorCtr="0">
          <a:noAutofit/>
        </a:bodyPr>
        <a:lstStyle/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4. Bottom </a:t>
          </a:r>
          <a:r>
            <a:rPr lang="ko-KR" sz="1400" b="1" kern="1200" dirty="0"/>
            <a:t>영역</a:t>
          </a:r>
        </a:p>
        <a:p>
          <a:pPr marL="57150" lvl="1" indent="-57150" algn="l" defTabSz="488950" rtl="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100" kern="1200" dirty="0"/>
            <a:t>메뉴 </a:t>
          </a:r>
          <a:r>
            <a:rPr lang="en-US" altLang="ko-KR" sz="1100" kern="1200" dirty="0"/>
            <a:t>/ </a:t>
          </a:r>
          <a:r>
            <a:rPr lang="ko-KR" altLang="en-US" sz="1100" kern="1200" dirty="0"/>
            <a:t>로그인 버튼</a:t>
          </a:r>
        </a:p>
      </dsp:txBody>
      <dsp:txXfrm>
        <a:off x="501434" y="3412604"/>
        <a:ext cx="3616619" cy="682449"/>
      </dsp:txXfrm>
    </dsp:sp>
    <dsp:sp modelId="{3BFB2CAD-223F-4273-98DB-A4C689F6E5E7}">
      <dsp:nvSpPr>
        <dsp:cNvPr id="0" name=""/>
        <dsp:cNvSpPr/>
      </dsp:nvSpPr>
      <dsp:spPr>
        <a:xfrm>
          <a:off x="74903" y="3327298"/>
          <a:ext cx="853062" cy="853062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rotWithShape="0">
            <a:srgbClr val="000000">
              <a:alpha val="37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88900" h="8255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10214-622F-46B7-850E-28393C168412}">
      <dsp:nvSpPr>
        <dsp:cNvPr id="0" name=""/>
        <dsp:cNvSpPr/>
      </dsp:nvSpPr>
      <dsp:spPr>
        <a:xfrm>
          <a:off x="0" y="139740"/>
          <a:ext cx="7765476" cy="403064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1. </a:t>
          </a:r>
          <a:r>
            <a:rPr lang="ko-KR" altLang="en-US" sz="1300" b="1" kern="1200" dirty="0"/>
            <a:t>지도</a:t>
          </a:r>
          <a:endParaRPr lang="ko-KR" sz="1300" b="1" kern="1200" dirty="0"/>
        </a:p>
      </dsp:txBody>
      <dsp:txXfrm>
        <a:off x="19676" y="159416"/>
        <a:ext cx="7726124" cy="363712"/>
      </dsp:txXfrm>
    </dsp:sp>
    <dsp:sp modelId="{596A21C8-1C1E-4381-AE59-52079D522D36}">
      <dsp:nvSpPr>
        <dsp:cNvPr id="0" name=""/>
        <dsp:cNvSpPr/>
      </dsp:nvSpPr>
      <dsp:spPr>
        <a:xfrm>
          <a:off x="0" y="542805"/>
          <a:ext cx="7765476" cy="484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54" tIns="16510" rIns="92456" bIns="16510" numCol="1" spcCol="1270" anchor="t" anchorCtr="0">
          <a:noAutofit/>
        </a:bodyPr>
        <a:lstStyle/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b="0" kern="1200" dirty="0"/>
            <a:t>지도 클릭 시 위</a:t>
          </a:r>
          <a:r>
            <a:rPr lang="en-US" altLang="ko-KR" sz="1000" b="0" kern="1200" dirty="0"/>
            <a:t>.</a:t>
          </a:r>
          <a:r>
            <a:rPr lang="ko-KR" altLang="en-US" sz="1000" b="0" kern="1200" dirty="0"/>
            <a:t>경도 변환</a:t>
          </a:r>
          <a:endParaRPr lang="ko-KR" sz="1000" b="0" kern="1200" dirty="0"/>
        </a:p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b="0" kern="1200" dirty="0"/>
            <a:t>주소</a:t>
          </a:r>
          <a:r>
            <a:rPr lang="en-US" altLang="ko-KR" sz="1000" b="0" kern="1200" dirty="0"/>
            <a:t>, </a:t>
          </a:r>
          <a:r>
            <a:rPr lang="ko-KR" altLang="en-US" sz="1000" b="0" kern="1200" dirty="0"/>
            <a:t>명칭</a:t>
          </a:r>
          <a:r>
            <a:rPr lang="en-US" altLang="ko-KR" sz="1000" b="0" kern="1200" dirty="0"/>
            <a:t>, </a:t>
          </a:r>
          <a:r>
            <a:rPr lang="ko-KR" altLang="en-US" sz="1000" b="0" kern="1200" dirty="0"/>
            <a:t>위경도로 지도 검색기능</a:t>
          </a:r>
          <a:endParaRPr lang="ko-KR" sz="1000" b="0" kern="1200" dirty="0"/>
        </a:p>
      </dsp:txBody>
      <dsp:txXfrm>
        <a:off x="0" y="542805"/>
        <a:ext cx="7765476" cy="484380"/>
      </dsp:txXfrm>
    </dsp:sp>
    <dsp:sp modelId="{5245D087-594B-4A37-8EC8-96736E4E5F6D}">
      <dsp:nvSpPr>
        <dsp:cNvPr id="0" name=""/>
        <dsp:cNvSpPr/>
      </dsp:nvSpPr>
      <dsp:spPr>
        <a:xfrm>
          <a:off x="0" y="1027185"/>
          <a:ext cx="7765476" cy="403064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2. </a:t>
          </a:r>
          <a:r>
            <a:rPr lang="ko-KR" altLang="en-US" sz="1300" b="1" kern="1200" dirty="0"/>
            <a:t>통합관측</a:t>
          </a:r>
          <a:endParaRPr lang="ko-KR" sz="1300" b="1" kern="1200" dirty="0"/>
        </a:p>
      </dsp:txBody>
      <dsp:txXfrm>
        <a:off x="19676" y="1046861"/>
        <a:ext cx="7726124" cy="363712"/>
      </dsp:txXfrm>
    </dsp:sp>
    <dsp:sp modelId="{8DBD349B-9628-478B-8691-0C3A5EAB8A44}">
      <dsp:nvSpPr>
        <dsp:cNvPr id="0" name=""/>
        <dsp:cNvSpPr/>
      </dsp:nvSpPr>
      <dsp:spPr>
        <a:xfrm>
          <a:off x="0" y="1430250"/>
          <a:ext cx="7765476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54" tIns="16510" rIns="92456" bIns="16510" numCol="1" spcCol="1270" anchor="t" anchorCtr="0">
          <a:noAutofit/>
        </a:bodyPr>
        <a:lstStyle/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기상관측</a:t>
          </a:r>
          <a:r>
            <a:rPr lang="en-US" altLang="ko-KR" sz="1000" kern="1200" dirty="0"/>
            <a:t>/</a:t>
          </a:r>
          <a:r>
            <a:rPr lang="ko-KR" altLang="en-US" sz="1000" kern="1200" dirty="0"/>
            <a:t>조기경보</a:t>
          </a:r>
          <a:r>
            <a:rPr lang="en-US" altLang="ko-KR" sz="1000" kern="1200" dirty="0"/>
            <a:t>/</a:t>
          </a:r>
          <a:r>
            <a:rPr lang="ko-KR" altLang="en-US" sz="1000" kern="1200" dirty="0"/>
            <a:t>저수지</a:t>
          </a:r>
          <a:r>
            <a:rPr lang="en-US" altLang="ko-KR" sz="1000" kern="1200" dirty="0"/>
            <a:t>/</a:t>
          </a:r>
          <a:r>
            <a:rPr lang="ko-KR" altLang="en-US" sz="1000" kern="1200" dirty="0"/>
            <a:t>급경사지</a:t>
          </a:r>
          <a:r>
            <a:rPr lang="en-US" altLang="ko-KR" sz="1000" kern="1200" dirty="0"/>
            <a:t>/</a:t>
          </a:r>
          <a:r>
            <a:rPr lang="ko-KR" altLang="en-US" sz="1000" kern="1200" dirty="0" err="1"/>
            <a:t>둔치주차</a:t>
          </a:r>
          <a:r>
            <a:rPr lang="en-US" altLang="ko-KR" sz="1000" kern="1200" dirty="0"/>
            <a:t>/</a:t>
          </a:r>
          <a:r>
            <a:rPr lang="ko-KR" altLang="en-US" sz="1000" kern="1200" dirty="0"/>
            <a:t>침수차단 및 지능형 통합관제 시스템 모니터링 페이지</a:t>
          </a:r>
          <a:endParaRPr lang="ko-KR" sz="1000" kern="1200" dirty="0"/>
        </a:p>
      </dsp:txBody>
      <dsp:txXfrm>
        <a:off x="0" y="1430250"/>
        <a:ext cx="7765476" cy="242190"/>
      </dsp:txXfrm>
    </dsp:sp>
    <dsp:sp modelId="{01DDB2B1-8158-4117-BD97-8EEC520AB5F6}">
      <dsp:nvSpPr>
        <dsp:cNvPr id="0" name=""/>
        <dsp:cNvSpPr/>
      </dsp:nvSpPr>
      <dsp:spPr>
        <a:xfrm>
          <a:off x="0" y="1672440"/>
          <a:ext cx="7765476" cy="403064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3. </a:t>
          </a:r>
          <a:r>
            <a:rPr lang="ko-KR" altLang="en-US" sz="1300" b="1" kern="1200" dirty="0" err="1"/>
            <a:t>소하천</a:t>
          </a:r>
          <a:endParaRPr lang="ko-KR" sz="1300" kern="1200" dirty="0"/>
        </a:p>
      </dsp:txBody>
      <dsp:txXfrm>
        <a:off x="19676" y="1692116"/>
        <a:ext cx="7726124" cy="363712"/>
      </dsp:txXfrm>
    </dsp:sp>
    <dsp:sp modelId="{1D4620F4-C218-40D6-A7F5-5E1B12EA8038}">
      <dsp:nvSpPr>
        <dsp:cNvPr id="0" name=""/>
        <dsp:cNvSpPr/>
      </dsp:nvSpPr>
      <dsp:spPr>
        <a:xfrm>
          <a:off x="0" y="2075505"/>
          <a:ext cx="7765476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54" tIns="16510" rIns="92456" bIns="16510" numCol="1" spcCol="1270" anchor="t" anchorCtr="0">
          <a:noAutofit/>
        </a:bodyPr>
        <a:lstStyle/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국립재난안전연구원 </a:t>
          </a:r>
          <a:r>
            <a:rPr lang="ko-KR" altLang="en-US" sz="1000" kern="1200" dirty="0" err="1"/>
            <a:t>소하천</a:t>
          </a:r>
          <a:r>
            <a:rPr lang="ko-KR" altLang="en-US" sz="1000" kern="1200" dirty="0"/>
            <a:t> 스마트 계측관리시스템 모니터링 페이지</a:t>
          </a:r>
        </a:p>
      </dsp:txBody>
      <dsp:txXfrm>
        <a:off x="0" y="2075505"/>
        <a:ext cx="7765476" cy="242190"/>
      </dsp:txXfrm>
    </dsp:sp>
    <dsp:sp modelId="{481BCDC6-C176-4D35-9CAC-391B2CB25B59}">
      <dsp:nvSpPr>
        <dsp:cNvPr id="0" name=""/>
        <dsp:cNvSpPr/>
      </dsp:nvSpPr>
      <dsp:spPr>
        <a:xfrm>
          <a:off x="0" y="2317695"/>
          <a:ext cx="7765476" cy="403064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4. </a:t>
          </a:r>
          <a:r>
            <a:rPr lang="ko-KR" altLang="en-US" sz="1300" b="1" kern="1200" dirty="0" err="1"/>
            <a:t>점검요망</a:t>
          </a:r>
          <a:endParaRPr lang="ko-KR" sz="1300" b="1" kern="1200" dirty="0"/>
        </a:p>
      </dsp:txBody>
      <dsp:txXfrm>
        <a:off x="19676" y="2337371"/>
        <a:ext cx="7726124" cy="363712"/>
      </dsp:txXfrm>
    </dsp:sp>
    <dsp:sp modelId="{6E687AB8-C027-4B54-863E-FB7FDA48F6B4}">
      <dsp:nvSpPr>
        <dsp:cNvPr id="0" name=""/>
        <dsp:cNvSpPr/>
      </dsp:nvSpPr>
      <dsp:spPr>
        <a:xfrm>
          <a:off x="0" y="2720760"/>
          <a:ext cx="7765476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54" tIns="16510" rIns="92456" bIns="16510" numCol="1" spcCol="1270" anchor="t" anchorCtr="0">
          <a:noAutofit/>
        </a:bodyPr>
        <a:lstStyle/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통합관측 메뉴의 점검필요 페이지</a:t>
          </a:r>
        </a:p>
      </dsp:txBody>
      <dsp:txXfrm>
        <a:off x="0" y="2720760"/>
        <a:ext cx="7765476" cy="242190"/>
      </dsp:txXfrm>
    </dsp:sp>
    <dsp:sp modelId="{45B3C0FA-2A6C-45FE-91B1-65E99AFCACD9}">
      <dsp:nvSpPr>
        <dsp:cNvPr id="0" name=""/>
        <dsp:cNvSpPr/>
      </dsp:nvSpPr>
      <dsp:spPr>
        <a:xfrm>
          <a:off x="0" y="2962950"/>
          <a:ext cx="7765476" cy="403064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b="1" kern="1200" dirty="0"/>
            <a:t>5. </a:t>
          </a:r>
          <a:r>
            <a:rPr lang="ko-KR" altLang="en-US" sz="1300" b="1" kern="1200" dirty="0"/>
            <a:t>관리</a:t>
          </a:r>
          <a:endParaRPr lang="ko-KR" sz="1300" b="1" kern="1200" dirty="0"/>
        </a:p>
      </dsp:txBody>
      <dsp:txXfrm>
        <a:off x="19676" y="2982626"/>
        <a:ext cx="7726124" cy="363712"/>
      </dsp:txXfrm>
    </dsp:sp>
    <dsp:sp modelId="{7DB2AC85-09C7-4781-A7FD-43B6FDA8709E}">
      <dsp:nvSpPr>
        <dsp:cNvPr id="0" name=""/>
        <dsp:cNvSpPr/>
      </dsp:nvSpPr>
      <dsp:spPr>
        <a:xfrm>
          <a:off x="0" y="3366015"/>
          <a:ext cx="7765476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54" tIns="16510" rIns="92456" bIns="16510" numCol="1" spcCol="1270" anchor="t" anchorCtr="0">
          <a:noAutofit/>
        </a:bodyPr>
        <a:lstStyle/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제어이력 조회 페이지</a:t>
          </a:r>
        </a:p>
      </dsp:txBody>
      <dsp:txXfrm>
        <a:off x="0" y="3366015"/>
        <a:ext cx="7765476" cy="242190"/>
      </dsp:txXfrm>
    </dsp:sp>
    <dsp:sp modelId="{92D48228-41C5-41FD-BC6B-437F3FC5EAE5}">
      <dsp:nvSpPr>
        <dsp:cNvPr id="0" name=""/>
        <dsp:cNvSpPr/>
      </dsp:nvSpPr>
      <dsp:spPr>
        <a:xfrm>
          <a:off x="0" y="3608205"/>
          <a:ext cx="7765476" cy="403064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b="1" kern="1200" dirty="0"/>
            <a:t>6. </a:t>
          </a:r>
          <a:r>
            <a:rPr lang="ko-KR" altLang="en-US" sz="1300" b="1" kern="1200" dirty="0"/>
            <a:t>로그인</a:t>
          </a:r>
          <a:endParaRPr lang="ko-KR" sz="1300" b="1" kern="1200" dirty="0"/>
        </a:p>
      </dsp:txBody>
      <dsp:txXfrm>
        <a:off x="19676" y="3627881"/>
        <a:ext cx="7726124" cy="363712"/>
      </dsp:txXfrm>
    </dsp:sp>
    <dsp:sp modelId="{6921659E-BCE0-4245-844D-F9E71D1A5414}">
      <dsp:nvSpPr>
        <dsp:cNvPr id="0" name=""/>
        <dsp:cNvSpPr/>
      </dsp:nvSpPr>
      <dsp:spPr>
        <a:xfrm>
          <a:off x="0" y="4011270"/>
          <a:ext cx="7765476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554" tIns="16510" rIns="92456" bIns="16510" numCol="1" spcCol="1270" anchor="t" anchorCtr="0">
          <a:noAutofit/>
        </a:bodyPr>
        <a:lstStyle/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로그인 페이지</a:t>
          </a:r>
        </a:p>
      </dsp:txBody>
      <dsp:txXfrm>
        <a:off x="0" y="4011270"/>
        <a:ext cx="7765476" cy="2421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D343A-92D7-4F1D-B6DC-401F7CF12468}">
      <dsp:nvSpPr>
        <dsp:cNvPr id="0" name=""/>
        <dsp:cNvSpPr/>
      </dsp:nvSpPr>
      <dsp:spPr>
        <a:xfrm>
          <a:off x="0" y="958920"/>
          <a:ext cx="5571932" cy="121680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1. </a:t>
          </a:r>
          <a:r>
            <a:rPr lang="ko-KR" altLang="en-US" sz="1600" b="1" kern="1200" dirty="0"/>
            <a:t>전국 지도 표출</a:t>
          </a:r>
          <a:r>
            <a:rPr lang="en-US" altLang="ko-KR" sz="1600" b="1" kern="1200" dirty="0"/>
            <a:t>(</a:t>
          </a:r>
          <a:r>
            <a:rPr lang="ko-KR" altLang="en-US" sz="1600" b="1" kern="1200" dirty="0"/>
            <a:t>위경도 확인</a:t>
          </a:r>
          <a:r>
            <a:rPr lang="en-US" altLang="ko-KR" sz="1600" b="1" kern="1200" dirty="0"/>
            <a:t>)</a:t>
          </a:r>
          <a:endParaRPr lang="ko-KR" sz="1600" b="1" kern="1200" dirty="0"/>
        </a:p>
      </dsp:txBody>
      <dsp:txXfrm>
        <a:off x="59399" y="1018319"/>
        <a:ext cx="5453134" cy="1098002"/>
      </dsp:txXfrm>
    </dsp:sp>
    <dsp:sp modelId="{C3481E6A-DED8-4EF5-8AB2-AE2A91C03842}">
      <dsp:nvSpPr>
        <dsp:cNvPr id="0" name=""/>
        <dsp:cNvSpPr/>
      </dsp:nvSpPr>
      <dsp:spPr>
        <a:xfrm>
          <a:off x="0" y="2175720"/>
          <a:ext cx="5571932" cy="1547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09" tIns="20320" rIns="113792" bIns="20320" numCol="1" spcCol="1270" anchor="t" anchorCtr="0">
          <a:noAutofit/>
        </a:bodyPr>
        <a:lstStyle/>
        <a:p>
          <a:pPr marL="171450" lvl="1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b="1" kern="1200" dirty="0"/>
            <a:t>클릭 한 위치에 위경도를 표출</a:t>
          </a:r>
        </a:p>
        <a:p>
          <a:pPr marL="171450" lvl="1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b="1" kern="1200" dirty="0"/>
            <a:t>주소 검색기능</a:t>
          </a:r>
        </a:p>
        <a:p>
          <a:pPr marL="171450" lvl="1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b="1" kern="1200" dirty="0"/>
            <a:t>명칭 검색기능</a:t>
          </a:r>
        </a:p>
        <a:p>
          <a:pPr marL="171450" lvl="1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b="1" kern="1200" dirty="0"/>
            <a:t>위경도 검색기능</a:t>
          </a:r>
        </a:p>
      </dsp:txBody>
      <dsp:txXfrm>
        <a:off x="0" y="2175720"/>
        <a:ext cx="5571932" cy="15473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D343A-92D7-4F1D-B6DC-401F7CF12468}">
      <dsp:nvSpPr>
        <dsp:cNvPr id="0" name=""/>
        <dsp:cNvSpPr/>
      </dsp:nvSpPr>
      <dsp:spPr>
        <a:xfrm>
          <a:off x="0" y="4875"/>
          <a:ext cx="5571932" cy="99216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1. </a:t>
          </a:r>
          <a:r>
            <a:rPr lang="ko-KR" altLang="en-US" sz="1600" b="1" kern="1200" dirty="0"/>
            <a:t>지역 선택 </a:t>
          </a:r>
          <a:r>
            <a:rPr lang="ko-KR" sz="1600" b="1" kern="1200" dirty="0"/>
            <a:t>영역</a:t>
          </a:r>
        </a:p>
      </dsp:txBody>
      <dsp:txXfrm>
        <a:off x="48433" y="53308"/>
        <a:ext cx="5475066" cy="895294"/>
      </dsp:txXfrm>
    </dsp:sp>
    <dsp:sp modelId="{42A65DF0-6C42-411F-A6DA-AF48C5444EA3}">
      <dsp:nvSpPr>
        <dsp:cNvPr id="0" name=""/>
        <dsp:cNvSpPr/>
      </dsp:nvSpPr>
      <dsp:spPr>
        <a:xfrm>
          <a:off x="0" y="997035"/>
          <a:ext cx="5571932" cy="1673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09" tIns="17780" rIns="99568" bIns="1778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전국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전라도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경상도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충청도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강원도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경기도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인천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제주 지역 표출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각 지역 클릭 시 상세 시</a:t>
          </a:r>
          <a:r>
            <a:rPr lang="en-US" altLang="ko-KR" sz="1400" kern="1200" dirty="0"/>
            <a:t>.</a:t>
          </a:r>
          <a:r>
            <a:rPr lang="ko-KR" altLang="en-US" sz="1400" kern="1200" dirty="0"/>
            <a:t>군</a:t>
          </a:r>
          <a:r>
            <a:rPr lang="en-US" altLang="ko-KR" sz="1400" kern="1200" dirty="0"/>
            <a:t>.</a:t>
          </a:r>
          <a:r>
            <a:rPr lang="ko-KR" altLang="en-US" sz="1400" kern="1200" dirty="0"/>
            <a:t>구 리스트 표출</a:t>
          </a:r>
          <a:br>
            <a:rPr lang="en-US" altLang="ko-KR" sz="1400" kern="1200" dirty="0"/>
          </a:br>
          <a:r>
            <a:rPr lang="en-US" altLang="ko-KR" sz="1400" kern="1200" dirty="0"/>
            <a:t>- </a:t>
          </a:r>
          <a:r>
            <a:rPr lang="ko-KR" altLang="en-US" sz="1400" kern="1200" dirty="0"/>
            <a:t>좌우로 </a:t>
          </a:r>
          <a:r>
            <a:rPr lang="ko-KR" altLang="en-US" sz="1400" kern="1200" dirty="0" err="1"/>
            <a:t>스와이프</a:t>
          </a:r>
          <a:r>
            <a:rPr lang="en-US" altLang="ko-KR" sz="1400" kern="1200" dirty="0"/>
            <a:t>(</a:t>
          </a:r>
          <a:r>
            <a:rPr lang="ko-KR" altLang="en-US" sz="1400" kern="1200" dirty="0"/>
            <a:t>스크롤</a:t>
          </a:r>
          <a:r>
            <a:rPr lang="en-US" altLang="ko-KR" sz="1400" kern="1200" dirty="0"/>
            <a:t>) </a:t>
          </a:r>
          <a:r>
            <a:rPr lang="ko-KR" altLang="en-US" sz="1400" kern="1200" dirty="0"/>
            <a:t>가능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지역검색 창에 클릭 또는 타이핑</a:t>
          </a:r>
          <a:r>
            <a:rPr lang="en-US" altLang="ko-KR" sz="1400" kern="1200" dirty="0"/>
            <a:t>(</a:t>
          </a:r>
          <a:r>
            <a:rPr lang="ko-KR" altLang="en-US" sz="1400" kern="1200" dirty="0"/>
            <a:t>입력</a:t>
          </a:r>
          <a:r>
            <a:rPr lang="en-US" altLang="ko-KR" sz="1400" kern="1200" dirty="0"/>
            <a:t>)</a:t>
          </a:r>
          <a:r>
            <a:rPr lang="ko-KR" altLang="en-US" sz="1400" kern="1200" dirty="0"/>
            <a:t>으로 특정지역 검색 가능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</dsp:txBody>
      <dsp:txXfrm>
        <a:off x="0" y="997035"/>
        <a:ext cx="5571932" cy="1673077"/>
      </dsp:txXfrm>
    </dsp:sp>
    <dsp:sp modelId="{9F2429FE-27CA-44B8-8C1C-EDA8B4632843}">
      <dsp:nvSpPr>
        <dsp:cNvPr id="0" name=""/>
        <dsp:cNvSpPr/>
      </dsp:nvSpPr>
      <dsp:spPr>
        <a:xfrm>
          <a:off x="0" y="2670113"/>
          <a:ext cx="5571932" cy="99216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2. </a:t>
          </a:r>
          <a:r>
            <a:rPr lang="ko-KR" altLang="en-US" sz="1400" b="1" kern="1200" dirty="0"/>
            <a:t>장비 검색</a:t>
          </a:r>
          <a:r>
            <a:rPr lang="en-US" sz="1400" b="1" kern="1200" dirty="0"/>
            <a:t> </a:t>
          </a:r>
          <a:r>
            <a:rPr lang="ko-KR" sz="1400" b="1" kern="1200" dirty="0"/>
            <a:t>영역</a:t>
          </a:r>
        </a:p>
      </dsp:txBody>
      <dsp:txXfrm>
        <a:off x="48433" y="2718546"/>
        <a:ext cx="5475066" cy="895294"/>
      </dsp:txXfrm>
    </dsp:sp>
    <dsp:sp modelId="{443AACE3-0DA6-40C0-BD93-4DF5968EEFC8}">
      <dsp:nvSpPr>
        <dsp:cNvPr id="0" name=""/>
        <dsp:cNvSpPr/>
      </dsp:nvSpPr>
      <dsp:spPr>
        <a:xfrm>
          <a:off x="0" y="3662273"/>
          <a:ext cx="5571932" cy="1014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09" tIns="17780" rIns="99568" bIns="1778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진행률그래프</a:t>
          </a:r>
          <a:r>
            <a:rPr lang="en-US" altLang="ko-KR" sz="1400" kern="1200" dirty="0"/>
            <a:t>(Progress Bar) </a:t>
          </a:r>
          <a:r>
            <a:rPr lang="ko-KR" altLang="en-US" sz="1400" kern="1200" dirty="0"/>
            <a:t>가 없어지면 데이터 자동갱신</a:t>
          </a:r>
          <a:r>
            <a:rPr lang="en-US" altLang="ko-KR" sz="1400" kern="1200" dirty="0"/>
            <a:t>(20</a:t>
          </a:r>
          <a:r>
            <a:rPr lang="ko-KR" altLang="en-US" sz="1400" kern="1200" dirty="0"/>
            <a:t>초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ko-KR" sz="1400" kern="1200" dirty="0"/>
            <a:t>“</a:t>
          </a:r>
          <a:r>
            <a:rPr lang="ko-KR" altLang="en-US" sz="1400" kern="1200" dirty="0"/>
            <a:t>장비목록</a:t>
          </a:r>
          <a:r>
            <a:rPr lang="en-US" altLang="ko-KR" sz="1400" kern="1200" dirty="0"/>
            <a:t>” </a:t>
          </a:r>
          <a:r>
            <a:rPr lang="ko-KR" altLang="en-US" sz="1400" kern="1200" dirty="0"/>
            <a:t>클릭 시 즉시 데이터 갱신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장비검색 창에서 장비명칭으로 검색 가능</a:t>
          </a:r>
        </a:p>
      </dsp:txBody>
      <dsp:txXfrm>
        <a:off x="0" y="3662273"/>
        <a:ext cx="5571932" cy="10148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C1636D-E616-4F71-913B-F33C39CE5A19}">
      <dsp:nvSpPr>
        <dsp:cNvPr id="0" name=""/>
        <dsp:cNvSpPr/>
      </dsp:nvSpPr>
      <dsp:spPr>
        <a:xfrm>
          <a:off x="0" y="108330"/>
          <a:ext cx="5949426" cy="403064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3. </a:t>
          </a:r>
          <a:r>
            <a:rPr lang="ko-KR" altLang="en-US" sz="1300" kern="1200" dirty="0"/>
            <a:t>모니터링 영역</a:t>
          </a:r>
          <a:endParaRPr lang="ko-KR" sz="1300" kern="1200" dirty="0"/>
        </a:p>
      </dsp:txBody>
      <dsp:txXfrm>
        <a:off x="19676" y="128006"/>
        <a:ext cx="5910074" cy="363712"/>
      </dsp:txXfrm>
    </dsp:sp>
    <dsp:sp modelId="{6EF970A5-61EE-4DEB-B600-92261AB42321}">
      <dsp:nvSpPr>
        <dsp:cNvPr id="0" name=""/>
        <dsp:cNvSpPr/>
      </dsp:nvSpPr>
      <dsp:spPr>
        <a:xfrm>
          <a:off x="0" y="511395"/>
          <a:ext cx="5949426" cy="2098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894" tIns="16510" rIns="92456" bIns="16510" numCol="1" spcCol="1270" anchor="t" anchorCtr="0">
          <a:noAutofit/>
        </a:bodyPr>
        <a:lstStyle/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지역 </a:t>
          </a:r>
          <a:r>
            <a:rPr lang="en-US" altLang="ko-KR" sz="1000" kern="1200" dirty="0"/>
            <a:t>/ </a:t>
          </a:r>
          <a:r>
            <a:rPr lang="ko-KR" altLang="en-US" sz="1000" kern="1200" dirty="0"/>
            <a:t>종류 </a:t>
          </a:r>
          <a:r>
            <a:rPr lang="en-US" altLang="ko-KR" sz="1000" kern="1200" dirty="0"/>
            <a:t>/ </a:t>
          </a:r>
          <a:r>
            <a:rPr lang="ko-KR" altLang="en-US" sz="1000" kern="1200" dirty="0" err="1"/>
            <a:t>장비명</a:t>
          </a:r>
          <a:r>
            <a:rPr lang="ko-KR" altLang="en-US" sz="1000" kern="1200" dirty="0"/>
            <a:t> </a:t>
          </a:r>
          <a:r>
            <a:rPr lang="en-US" altLang="ko-KR" sz="1000" kern="1200" dirty="0"/>
            <a:t>/ </a:t>
          </a:r>
          <a:r>
            <a:rPr lang="ko-KR" altLang="en-US" sz="1000" kern="1200" dirty="0"/>
            <a:t>상태 </a:t>
          </a:r>
          <a:r>
            <a:rPr lang="en-US" altLang="ko-KR" sz="1000" kern="1200" dirty="0"/>
            <a:t>/ </a:t>
          </a:r>
          <a:r>
            <a:rPr lang="ko-KR" altLang="en-US" sz="1000" kern="1200" dirty="0"/>
            <a:t>데이터 표출</a:t>
          </a:r>
          <a:endParaRPr lang="ko-KR" sz="1000" kern="1200" dirty="0"/>
        </a:p>
        <a:p>
          <a:pPr marL="114300" lvl="2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강우 </a:t>
          </a:r>
          <a:r>
            <a:rPr lang="en-US" altLang="ko-KR" sz="1000" kern="1200" dirty="0"/>
            <a:t>: </a:t>
          </a:r>
          <a:r>
            <a:rPr lang="ko-KR" altLang="en-US" sz="1000" kern="1200" dirty="0"/>
            <a:t>금일 강우 </a:t>
          </a:r>
          <a:r>
            <a:rPr lang="en-US" altLang="ko-KR" sz="1000" kern="1200" dirty="0"/>
            <a:t>-.- mm / day</a:t>
          </a:r>
          <a:endParaRPr lang="ko-KR" sz="1000" kern="1200" dirty="0"/>
        </a:p>
        <a:p>
          <a:pPr marL="114300" lvl="2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수위 </a:t>
          </a:r>
          <a:r>
            <a:rPr lang="en-US" altLang="ko-KR" sz="1000" kern="1200" dirty="0"/>
            <a:t>: </a:t>
          </a:r>
          <a:r>
            <a:rPr lang="ko-KR" altLang="en-US" sz="1000" kern="1200" dirty="0"/>
            <a:t>현재 수위 </a:t>
          </a:r>
          <a:r>
            <a:rPr lang="en-US" altLang="ko-KR" sz="1000" kern="1200" dirty="0"/>
            <a:t>-.--- M</a:t>
          </a:r>
          <a:endParaRPr lang="ko-KR" sz="1000" kern="1200" dirty="0"/>
        </a:p>
        <a:p>
          <a:pPr marL="114300" lvl="2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변위 </a:t>
          </a:r>
          <a:r>
            <a:rPr lang="en-US" altLang="ko-KR" sz="1000" kern="1200" dirty="0"/>
            <a:t>: </a:t>
          </a:r>
          <a:r>
            <a:rPr lang="ko-KR" altLang="en-US" sz="1000" kern="1200" dirty="0"/>
            <a:t>현재 변위 </a:t>
          </a:r>
          <a:r>
            <a:rPr lang="en-US" altLang="ko-KR" sz="1000" kern="1200" dirty="0"/>
            <a:t>--- mm</a:t>
          </a:r>
          <a:endParaRPr lang="ko-KR" sz="1000" kern="1200" dirty="0"/>
        </a:p>
        <a:p>
          <a:pPr marL="114300" lvl="2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침수 </a:t>
          </a:r>
          <a:r>
            <a:rPr lang="en-US" altLang="ko-KR" sz="1000" kern="1200" dirty="0"/>
            <a:t>: </a:t>
          </a:r>
          <a:r>
            <a:rPr lang="ko-KR" altLang="en-US" sz="1000" kern="1200" dirty="0"/>
            <a:t>현재 침수 </a:t>
          </a:r>
          <a:r>
            <a:rPr lang="en-US" altLang="ko-KR" sz="1000" kern="1200" dirty="0"/>
            <a:t>--- / -.- cm</a:t>
          </a:r>
          <a:endParaRPr lang="ko-KR" sz="1000" kern="1200" dirty="0"/>
        </a:p>
        <a:p>
          <a:pPr marL="114300" lvl="2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전광판 </a:t>
          </a:r>
          <a:r>
            <a:rPr lang="en-US" altLang="ko-KR" sz="1000" kern="1200" dirty="0"/>
            <a:t>: </a:t>
          </a:r>
          <a:r>
            <a:rPr lang="ko-KR" altLang="en-US" sz="1000" kern="1200" dirty="0"/>
            <a:t>마지막 전송 멘트 </a:t>
          </a:r>
          <a:r>
            <a:rPr lang="en-US" altLang="ko-KR" sz="1000" kern="1200" dirty="0"/>
            <a:t>(</a:t>
          </a:r>
          <a:r>
            <a:rPr lang="ko-KR" altLang="en-US" sz="1000" kern="1200" dirty="0"/>
            <a:t>글자만 </a:t>
          </a:r>
          <a:r>
            <a:rPr lang="en-US" altLang="ko-KR" sz="1000" kern="1200" dirty="0"/>
            <a:t>&lt; </a:t>
          </a:r>
          <a:r>
            <a:rPr lang="ko-KR" altLang="en-US" sz="1000" kern="1200" dirty="0"/>
            <a:t>참고용</a:t>
          </a:r>
          <a:r>
            <a:rPr lang="en-US" altLang="ko-KR" sz="1000" kern="1200" dirty="0"/>
            <a:t>)</a:t>
          </a:r>
          <a:endParaRPr lang="ko-KR" sz="1000" kern="1200" dirty="0"/>
        </a:p>
        <a:p>
          <a:pPr marL="114300" lvl="2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차단기 </a:t>
          </a:r>
          <a:r>
            <a:rPr lang="en-US" altLang="ko-KR" sz="1000" kern="1200" dirty="0"/>
            <a:t>: </a:t>
          </a:r>
          <a:r>
            <a:rPr lang="ko-KR" altLang="en-US" sz="1000" kern="1200" dirty="0"/>
            <a:t>현재 차단기 상태 </a:t>
          </a:r>
          <a:r>
            <a:rPr lang="en-US" altLang="ko-KR" sz="1000" kern="1200" dirty="0"/>
            <a:t>(</a:t>
          </a:r>
          <a:r>
            <a:rPr lang="ko-KR" altLang="en-US" sz="1000" kern="1200" dirty="0"/>
            <a:t>열림 </a:t>
          </a:r>
          <a:r>
            <a:rPr lang="en-US" altLang="ko-KR" sz="1000" kern="1200" dirty="0"/>
            <a:t>/ </a:t>
          </a:r>
          <a:r>
            <a:rPr lang="ko-KR" altLang="en-US" sz="1000" kern="1200" dirty="0"/>
            <a:t>닫힘</a:t>
          </a:r>
          <a:r>
            <a:rPr lang="en-US" altLang="ko-KR" sz="1000" kern="1200" dirty="0"/>
            <a:t>)</a:t>
          </a:r>
          <a:endParaRPr lang="ko-KR" sz="1000" kern="1200" dirty="0"/>
        </a:p>
        <a:p>
          <a:pPr marL="114300" lvl="2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 err="1"/>
            <a:t>예경보</a:t>
          </a:r>
          <a:r>
            <a:rPr lang="ko-KR" altLang="en-US" sz="1000" kern="1200" dirty="0"/>
            <a:t> </a:t>
          </a:r>
          <a:r>
            <a:rPr lang="en-US" altLang="ko-KR" sz="1000" kern="1200" dirty="0"/>
            <a:t>: </a:t>
          </a:r>
          <a:r>
            <a:rPr lang="ko-KR" altLang="en-US" sz="1000" kern="1200" dirty="0"/>
            <a:t>마지막 전송 멘트</a:t>
          </a:r>
          <a:endParaRPr lang="ko-KR" sz="1000" kern="1200" dirty="0"/>
        </a:p>
        <a:p>
          <a:pPr marL="114300" lvl="2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000" kern="1200" dirty="0"/>
        </a:p>
      </dsp:txBody>
      <dsp:txXfrm>
        <a:off x="0" y="511395"/>
        <a:ext cx="5949426" cy="2098980"/>
      </dsp:txXfrm>
    </dsp:sp>
    <dsp:sp modelId="{2D36FE45-CF65-47A5-AD75-8717AAF67855}">
      <dsp:nvSpPr>
        <dsp:cNvPr id="0" name=""/>
        <dsp:cNvSpPr/>
      </dsp:nvSpPr>
      <dsp:spPr>
        <a:xfrm>
          <a:off x="0" y="2610375"/>
          <a:ext cx="5949426" cy="403064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4.</a:t>
          </a:r>
          <a:r>
            <a:rPr lang="ko-KR" altLang="en-US" sz="1300" kern="1200" dirty="0"/>
            <a:t>모니터링 상세 영역</a:t>
          </a:r>
          <a:r>
            <a:rPr lang="en-US" altLang="ko-KR" sz="1300" kern="1200" dirty="0"/>
            <a:t>(</a:t>
          </a:r>
          <a:r>
            <a:rPr lang="ko-KR" altLang="en-US" sz="1300" kern="1200" dirty="0" err="1"/>
            <a:t>확장시</a:t>
          </a:r>
          <a:r>
            <a:rPr lang="en-US" altLang="ko-KR" sz="1300" kern="1200" dirty="0"/>
            <a:t>)</a:t>
          </a:r>
          <a:endParaRPr lang="ko-KR" sz="1300" kern="1200" dirty="0"/>
        </a:p>
      </dsp:txBody>
      <dsp:txXfrm>
        <a:off x="19676" y="2630051"/>
        <a:ext cx="5910074" cy="363712"/>
      </dsp:txXfrm>
    </dsp:sp>
    <dsp:sp modelId="{64B82EBF-5B43-4BC7-A424-80D0656BED5D}">
      <dsp:nvSpPr>
        <dsp:cNvPr id="0" name=""/>
        <dsp:cNvSpPr/>
      </dsp:nvSpPr>
      <dsp:spPr>
        <a:xfrm>
          <a:off x="0" y="3013440"/>
          <a:ext cx="5949426" cy="914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894" tIns="16510" rIns="92456" bIns="16510" numCol="1" spcCol="1270" anchor="t" anchorCtr="0">
          <a:noAutofit/>
        </a:bodyPr>
        <a:lstStyle/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주소 </a:t>
          </a:r>
          <a:r>
            <a:rPr lang="en-US" altLang="ko-KR" sz="1000" kern="1200" dirty="0"/>
            <a:t>/ </a:t>
          </a:r>
          <a:r>
            <a:rPr lang="ko-KR" altLang="en-US" sz="1000" kern="1200" dirty="0"/>
            <a:t>위경도 </a:t>
          </a:r>
          <a:r>
            <a:rPr lang="en-US" altLang="ko-KR" sz="1000" kern="1200" dirty="0"/>
            <a:t>/ </a:t>
          </a:r>
          <a:r>
            <a:rPr lang="ko-KR" altLang="en-US" sz="1000" kern="1200" dirty="0"/>
            <a:t>지도 </a:t>
          </a:r>
          <a:r>
            <a:rPr lang="en-US" altLang="ko-KR" sz="1000" kern="1200" dirty="0"/>
            <a:t>/ </a:t>
          </a:r>
          <a:r>
            <a:rPr lang="ko-KR" altLang="en-US" sz="1000" kern="1200" dirty="0"/>
            <a:t>통신시간 </a:t>
          </a:r>
          <a:r>
            <a:rPr lang="en-US" altLang="ko-KR" sz="1000" kern="1200" dirty="0"/>
            <a:t>/ CID / IP/PORT </a:t>
          </a:r>
          <a:r>
            <a:rPr lang="ko-KR" altLang="en-US" sz="1000" kern="1200" dirty="0"/>
            <a:t>표출</a:t>
          </a:r>
          <a:endParaRPr lang="ko-KR" sz="1000" kern="1200" dirty="0"/>
        </a:p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지도 아이콘 클릭 시 네이버 </a:t>
          </a:r>
          <a:r>
            <a:rPr lang="ko-KR" altLang="en-US" sz="1000" kern="1200" dirty="0" err="1"/>
            <a:t>길찾기로</a:t>
          </a:r>
          <a:r>
            <a:rPr lang="ko-KR" altLang="en-US" sz="1000" kern="1200" dirty="0"/>
            <a:t> 연결 </a:t>
          </a:r>
          <a:r>
            <a:rPr lang="en-US" altLang="ko-KR" sz="1000" kern="1200" dirty="0"/>
            <a:t>(</a:t>
          </a:r>
          <a:r>
            <a:rPr lang="ko-KR" altLang="en-US" sz="1000" kern="1200" dirty="0"/>
            <a:t>네이버지도 앱 설치 필요</a:t>
          </a:r>
          <a:r>
            <a:rPr lang="en-US" altLang="ko-KR" sz="1000" kern="1200" dirty="0"/>
            <a:t>)</a:t>
          </a:r>
          <a:endParaRPr lang="ko-KR" sz="1000" kern="1200" dirty="0"/>
        </a:p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각종 장비제어</a:t>
          </a:r>
        </a:p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000" kern="1200" dirty="0"/>
        </a:p>
      </dsp:txBody>
      <dsp:txXfrm>
        <a:off x="0" y="3013440"/>
        <a:ext cx="5949426" cy="914940"/>
      </dsp:txXfrm>
    </dsp:sp>
    <dsp:sp modelId="{BFA98A03-19D3-4DDF-8DF9-B91645A49BF6}">
      <dsp:nvSpPr>
        <dsp:cNvPr id="0" name=""/>
        <dsp:cNvSpPr/>
      </dsp:nvSpPr>
      <dsp:spPr>
        <a:xfrm>
          <a:off x="0" y="3928380"/>
          <a:ext cx="5949426" cy="403064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5. </a:t>
          </a:r>
          <a:r>
            <a:rPr lang="ko-KR" altLang="en-US" sz="1300" kern="1200" dirty="0"/>
            <a:t>지도 영역</a:t>
          </a:r>
          <a:endParaRPr lang="ko-KR" sz="1300" kern="1200" dirty="0"/>
        </a:p>
      </dsp:txBody>
      <dsp:txXfrm>
        <a:off x="19676" y="3948056"/>
        <a:ext cx="5910074" cy="363712"/>
      </dsp:txXfrm>
    </dsp:sp>
    <dsp:sp modelId="{9EBCFBFC-95C4-4620-9719-061710073136}">
      <dsp:nvSpPr>
        <dsp:cNvPr id="0" name=""/>
        <dsp:cNvSpPr/>
      </dsp:nvSpPr>
      <dsp:spPr>
        <a:xfrm>
          <a:off x="0" y="4331445"/>
          <a:ext cx="5949426" cy="242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894" tIns="16510" rIns="92456" bIns="16510" numCol="1" spcCol="1270" anchor="t" anchorCtr="0">
          <a:noAutofit/>
        </a:bodyPr>
        <a:lstStyle/>
        <a:p>
          <a:pPr marL="57150" lvl="1" indent="-57150" algn="l" defTabSz="4445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000" kern="1200" dirty="0"/>
            <a:t>각 장비들의 설치위치 지도 표출</a:t>
          </a:r>
        </a:p>
      </dsp:txBody>
      <dsp:txXfrm>
        <a:off x="0" y="4331445"/>
        <a:ext cx="5949426" cy="2421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C1636D-E616-4F71-913B-F33C39CE5A19}">
      <dsp:nvSpPr>
        <dsp:cNvPr id="0" name=""/>
        <dsp:cNvSpPr/>
      </dsp:nvSpPr>
      <dsp:spPr>
        <a:xfrm>
          <a:off x="0" y="124417"/>
          <a:ext cx="5949426" cy="558089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/>
            <a:t>6. </a:t>
          </a:r>
          <a:r>
            <a:rPr lang="ko-KR" altLang="en-US" sz="1800" kern="1200" dirty="0"/>
            <a:t>장비테스트</a:t>
          </a:r>
          <a:endParaRPr lang="ko-KR" sz="1800" kern="1200" dirty="0"/>
        </a:p>
      </dsp:txBody>
      <dsp:txXfrm>
        <a:off x="27244" y="151661"/>
        <a:ext cx="5894938" cy="503601"/>
      </dsp:txXfrm>
    </dsp:sp>
    <dsp:sp modelId="{6EF970A5-61EE-4DEB-B600-92261AB42321}">
      <dsp:nvSpPr>
        <dsp:cNvPr id="0" name=""/>
        <dsp:cNvSpPr/>
      </dsp:nvSpPr>
      <dsp:spPr>
        <a:xfrm>
          <a:off x="0" y="682507"/>
          <a:ext cx="5949426" cy="387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894" tIns="22860" rIns="128016" bIns="2286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로그인 후 장비 제어 권한이 있는 사람만 제어 가능</a:t>
          </a:r>
          <a:r>
            <a:rPr lang="en-US" altLang="ko-KR" sz="1400" kern="1200" dirty="0"/>
            <a:t>.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제어 이력은 관리페이지에서 확인 가능</a:t>
          </a:r>
          <a:r>
            <a:rPr lang="en-US" altLang="ko-KR" sz="1400" kern="1200" dirty="0"/>
            <a:t>.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 err="1"/>
            <a:t>예경보</a:t>
          </a:r>
          <a:r>
            <a:rPr lang="ko-KR" altLang="en-US" sz="1400" kern="1200" dirty="0"/>
            <a:t> </a:t>
          </a:r>
          <a:r>
            <a:rPr lang="en-US" altLang="ko-KR" sz="1400" kern="1200" dirty="0"/>
            <a:t>: </a:t>
          </a:r>
          <a:r>
            <a:rPr lang="ko-KR" altLang="en-US" sz="1400" kern="1200" dirty="0" err="1"/>
            <a:t>기본멘트</a:t>
          </a:r>
          <a:r>
            <a:rPr lang="ko-KR" altLang="en-US" sz="1400" kern="1200" dirty="0"/>
            <a:t> </a:t>
          </a:r>
          <a:r>
            <a:rPr lang="en-US" altLang="ko-KR" sz="1400" kern="1200" dirty="0"/>
            <a:t>: OOO </a:t>
          </a:r>
          <a:r>
            <a:rPr lang="ko-KR" altLang="en-US" sz="1400" kern="1200" dirty="0"/>
            <a:t>방송 </a:t>
          </a:r>
          <a:r>
            <a:rPr lang="ko-KR" altLang="en-US" sz="1400" kern="1200" dirty="0" err="1"/>
            <a:t>시험중</a:t>
          </a:r>
          <a:r>
            <a:rPr lang="ko-KR" altLang="en-US" sz="1400" kern="1200" dirty="0"/>
            <a:t> 입니다</a:t>
          </a:r>
          <a:r>
            <a:rPr lang="en-US" altLang="ko-KR" sz="1400" kern="1200" dirty="0"/>
            <a:t>.</a:t>
          </a:r>
          <a:r>
            <a:rPr lang="ko-KR" altLang="en-US" sz="1400" kern="1200" dirty="0"/>
            <a:t> </a:t>
          </a:r>
          <a:r>
            <a:rPr lang="en-US" altLang="ko-KR" sz="1400" kern="1200" dirty="0"/>
            <a:t>(</a:t>
          </a:r>
          <a:r>
            <a:rPr lang="ko-KR" altLang="en-US" sz="1400" kern="1200" dirty="0"/>
            <a:t>멘트 입력 및 변경가능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차단기 </a:t>
          </a:r>
          <a:r>
            <a:rPr lang="en-US" altLang="ko-KR" sz="1400" kern="1200" dirty="0"/>
            <a:t>: </a:t>
          </a:r>
          <a:r>
            <a:rPr lang="ko-KR" altLang="en-US" sz="1400" kern="1200" dirty="0"/>
            <a:t>차단기 제어 </a:t>
          </a:r>
          <a:r>
            <a:rPr lang="en-US" altLang="ko-KR" sz="1400" kern="1200" dirty="0"/>
            <a:t>(</a:t>
          </a:r>
          <a:r>
            <a:rPr lang="ko-KR" altLang="en-US" sz="1400" kern="1200" dirty="0">
              <a:solidFill>
                <a:srgbClr val="00FF00"/>
              </a:solidFill>
            </a:rPr>
            <a:t>열림</a:t>
          </a:r>
          <a:r>
            <a:rPr lang="ko-KR" altLang="en-US" sz="1400" kern="1200" dirty="0"/>
            <a:t> </a:t>
          </a:r>
          <a:r>
            <a:rPr lang="en-US" altLang="ko-KR" sz="1400" kern="1200" dirty="0"/>
            <a:t>/ </a:t>
          </a:r>
          <a:r>
            <a:rPr lang="ko-KR" altLang="en-US" sz="1400" kern="1200" dirty="0">
              <a:solidFill>
                <a:srgbClr val="FF0000"/>
              </a:solidFill>
            </a:rPr>
            <a:t>닫힘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228600" lvl="2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열림 </a:t>
          </a:r>
          <a:r>
            <a:rPr lang="en-US" altLang="ko-KR" sz="1400" kern="1200" dirty="0"/>
            <a:t>-&gt; </a:t>
          </a:r>
          <a:r>
            <a:rPr lang="en-US" altLang="ko-KR" sz="1400" kern="1200" dirty="0" err="1">
              <a:solidFill>
                <a:srgbClr val="00FF00"/>
              </a:solidFill>
            </a:rPr>
            <a:t>UpLock</a:t>
          </a:r>
          <a:r>
            <a:rPr lang="en-US" altLang="ko-KR" sz="1400" kern="1200" dirty="0">
              <a:solidFill>
                <a:srgbClr val="00FF00"/>
              </a:solidFill>
            </a:rPr>
            <a:t> </a:t>
          </a:r>
          <a:r>
            <a:rPr lang="ko-KR" altLang="en-US" sz="1400" kern="1200" dirty="0">
              <a:solidFill>
                <a:srgbClr val="00FF00"/>
              </a:solidFill>
            </a:rPr>
            <a:t>모드</a:t>
          </a:r>
          <a:r>
            <a:rPr lang="ko-KR" altLang="en-US" sz="1400" kern="1200" dirty="0"/>
            <a:t> </a:t>
          </a:r>
          <a:r>
            <a:rPr lang="en-US" altLang="ko-KR" sz="1400" kern="1200" dirty="0"/>
            <a:t>(</a:t>
          </a:r>
          <a:r>
            <a:rPr lang="ko-KR" altLang="en-US" sz="1400" kern="1200" dirty="0"/>
            <a:t>루프 검지 후에도 유지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228600" lvl="2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닫힘 </a:t>
          </a:r>
          <a:r>
            <a:rPr lang="en-US" altLang="ko-KR" sz="1400" kern="1200" dirty="0"/>
            <a:t>-&gt; </a:t>
          </a:r>
          <a:r>
            <a:rPr lang="en-US" altLang="ko-KR" sz="1400" kern="1200" dirty="0">
              <a:solidFill>
                <a:srgbClr val="FF0000"/>
              </a:solidFill>
            </a:rPr>
            <a:t>Close </a:t>
          </a:r>
          <a:r>
            <a:rPr lang="ko-KR" altLang="en-US" sz="1400" kern="1200" dirty="0">
              <a:solidFill>
                <a:srgbClr val="FF0000"/>
              </a:solidFill>
            </a:rPr>
            <a:t>모드</a:t>
          </a:r>
          <a:r>
            <a:rPr lang="ko-KR" altLang="en-US" sz="1400" kern="1200" dirty="0"/>
            <a:t> </a:t>
          </a:r>
          <a:r>
            <a:rPr lang="en-US" altLang="ko-KR" sz="1400" kern="1200" dirty="0"/>
            <a:t>(</a:t>
          </a:r>
          <a:r>
            <a:rPr lang="ko-KR" altLang="en-US" sz="1400" kern="1200" dirty="0"/>
            <a:t>루프 검지 시 열림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228600" lvl="2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전광판 </a:t>
          </a:r>
          <a:r>
            <a:rPr lang="en-US" altLang="ko-KR" sz="1400" kern="1200" dirty="0"/>
            <a:t>: </a:t>
          </a:r>
          <a:r>
            <a:rPr lang="ko-KR" altLang="en-US" sz="1400" kern="1200" dirty="0"/>
            <a:t>테스트 이미지 전송 </a:t>
          </a:r>
          <a:r>
            <a:rPr lang="en-US" altLang="ko-KR" sz="1400" kern="1200" dirty="0"/>
            <a:t>(</a:t>
          </a:r>
          <a:r>
            <a:rPr lang="ko-KR" altLang="en-US" sz="1400" kern="1200" dirty="0"/>
            <a:t>전광판 크기에 따라 이미지 </a:t>
          </a:r>
          <a:r>
            <a:rPr lang="en-US" altLang="ko-KR" sz="1400" kern="1200" dirty="0"/>
            <a:t>pixel </a:t>
          </a:r>
          <a:r>
            <a:rPr lang="ko-KR" altLang="en-US" sz="1400" kern="1200" dirty="0"/>
            <a:t>변경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228600" lvl="2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>
              <a:solidFill>
                <a:srgbClr val="FFFF00"/>
              </a:solidFill>
            </a:rPr>
            <a:t>전광판 테스트 문구는 </a:t>
          </a:r>
          <a:r>
            <a:rPr lang="en-US" altLang="ko-KR" sz="1400" kern="1200" dirty="0">
              <a:solidFill>
                <a:srgbClr val="FFFF00"/>
              </a:solidFill>
            </a:rPr>
            <a:t>5</a:t>
          </a:r>
          <a:r>
            <a:rPr lang="ko-KR" altLang="en-US" sz="1400" kern="1200" dirty="0">
              <a:solidFill>
                <a:srgbClr val="FFFF00"/>
              </a:solidFill>
            </a:rPr>
            <a:t>분 이후 자동으로 사라짐</a:t>
          </a:r>
          <a:endParaRPr lang="ko-KR" sz="1400" kern="1200" dirty="0">
            <a:solidFill>
              <a:srgbClr val="FFFF00"/>
            </a:solidFill>
          </a:endParaRPr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</dsp:txBody>
      <dsp:txXfrm>
        <a:off x="0" y="682507"/>
        <a:ext cx="5949426" cy="38750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D343A-92D7-4F1D-B6DC-401F7CF12468}">
      <dsp:nvSpPr>
        <dsp:cNvPr id="0" name=""/>
        <dsp:cNvSpPr/>
      </dsp:nvSpPr>
      <dsp:spPr>
        <a:xfrm>
          <a:off x="0" y="17903"/>
          <a:ext cx="5571932" cy="50544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1. </a:t>
          </a:r>
          <a:r>
            <a:rPr lang="ko-KR" altLang="en-US" sz="1600" b="1" kern="1200" dirty="0"/>
            <a:t>지역 선택 </a:t>
          </a:r>
          <a:r>
            <a:rPr lang="ko-KR" sz="1600" b="1" kern="1200" dirty="0"/>
            <a:t>영역</a:t>
          </a:r>
        </a:p>
      </dsp:txBody>
      <dsp:txXfrm>
        <a:off x="24674" y="42577"/>
        <a:ext cx="5522584" cy="456092"/>
      </dsp:txXfrm>
    </dsp:sp>
    <dsp:sp modelId="{42A65DF0-6C42-411F-A6DA-AF48C5444EA3}">
      <dsp:nvSpPr>
        <dsp:cNvPr id="0" name=""/>
        <dsp:cNvSpPr/>
      </dsp:nvSpPr>
      <dsp:spPr>
        <a:xfrm>
          <a:off x="0" y="523343"/>
          <a:ext cx="5571932" cy="1676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09" tIns="17780" rIns="99568" bIns="1778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전국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전라도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경상도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충청도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강원도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경기도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인천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제주 지역 표출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각 지역 클릭 시 상세 시</a:t>
          </a:r>
          <a:r>
            <a:rPr lang="en-US" altLang="ko-KR" sz="1400" kern="1200" dirty="0"/>
            <a:t>.</a:t>
          </a:r>
          <a:r>
            <a:rPr lang="ko-KR" altLang="en-US" sz="1400" kern="1200" dirty="0"/>
            <a:t>군</a:t>
          </a:r>
          <a:r>
            <a:rPr lang="en-US" altLang="ko-KR" sz="1400" kern="1200" dirty="0"/>
            <a:t>.</a:t>
          </a:r>
          <a:r>
            <a:rPr lang="ko-KR" altLang="en-US" sz="1400" kern="1200" dirty="0"/>
            <a:t>구 리스트 표출</a:t>
          </a:r>
          <a:br>
            <a:rPr lang="en-US" altLang="ko-KR" sz="1400" kern="1200" dirty="0"/>
          </a:br>
          <a:r>
            <a:rPr lang="en-US" altLang="ko-KR" sz="1400" kern="1200" dirty="0"/>
            <a:t>- </a:t>
          </a:r>
          <a:r>
            <a:rPr lang="ko-KR" altLang="en-US" sz="1400" kern="1200" dirty="0"/>
            <a:t>좌우로 </a:t>
          </a:r>
          <a:r>
            <a:rPr lang="ko-KR" altLang="en-US" sz="1400" kern="1200" dirty="0" err="1"/>
            <a:t>스와이프</a:t>
          </a:r>
          <a:r>
            <a:rPr lang="en-US" altLang="ko-KR" sz="1400" kern="1200" dirty="0"/>
            <a:t>(</a:t>
          </a:r>
          <a:r>
            <a:rPr lang="ko-KR" altLang="en-US" sz="1400" kern="1200" dirty="0"/>
            <a:t>스크롤</a:t>
          </a:r>
          <a:r>
            <a:rPr lang="en-US" altLang="ko-KR" sz="1400" kern="1200" dirty="0"/>
            <a:t>) </a:t>
          </a:r>
          <a:r>
            <a:rPr lang="ko-KR" altLang="en-US" sz="1400" kern="1200" dirty="0"/>
            <a:t>가능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지역검색 창에 클릭 또는 타이핑</a:t>
          </a:r>
          <a:r>
            <a:rPr lang="en-US" altLang="ko-KR" sz="1400" kern="1200" dirty="0"/>
            <a:t>(</a:t>
          </a:r>
          <a:r>
            <a:rPr lang="ko-KR" altLang="en-US" sz="1400" kern="1200" dirty="0"/>
            <a:t>입력</a:t>
          </a:r>
          <a:r>
            <a:rPr lang="en-US" altLang="ko-KR" sz="1400" kern="1200" dirty="0"/>
            <a:t>)</a:t>
          </a:r>
          <a:r>
            <a:rPr lang="ko-KR" altLang="en-US" sz="1400" kern="1200" dirty="0"/>
            <a:t>으로 특정지역 검색 가능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</dsp:txBody>
      <dsp:txXfrm>
        <a:off x="0" y="523343"/>
        <a:ext cx="5571932" cy="1676699"/>
      </dsp:txXfrm>
    </dsp:sp>
    <dsp:sp modelId="{9F2429FE-27CA-44B8-8C1C-EDA8B4632843}">
      <dsp:nvSpPr>
        <dsp:cNvPr id="0" name=""/>
        <dsp:cNvSpPr/>
      </dsp:nvSpPr>
      <dsp:spPr>
        <a:xfrm>
          <a:off x="0" y="2200043"/>
          <a:ext cx="5571932" cy="50544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2. </a:t>
          </a:r>
          <a:r>
            <a:rPr lang="ko-KR" altLang="en-US" sz="1400" b="1" kern="1200" dirty="0"/>
            <a:t>장비 검색</a:t>
          </a:r>
          <a:r>
            <a:rPr lang="en-US" sz="1400" b="1" kern="1200" dirty="0"/>
            <a:t> </a:t>
          </a:r>
          <a:r>
            <a:rPr lang="ko-KR" sz="1400" b="1" kern="1200" dirty="0"/>
            <a:t>영역</a:t>
          </a:r>
        </a:p>
      </dsp:txBody>
      <dsp:txXfrm>
        <a:off x="24674" y="2224717"/>
        <a:ext cx="5522584" cy="456092"/>
      </dsp:txXfrm>
    </dsp:sp>
    <dsp:sp modelId="{443AACE3-0DA6-40C0-BD93-4DF5968EEFC8}">
      <dsp:nvSpPr>
        <dsp:cNvPr id="0" name=""/>
        <dsp:cNvSpPr/>
      </dsp:nvSpPr>
      <dsp:spPr>
        <a:xfrm>
          <a:off x="0" y="2705483"/>
          <a:ext cx="5571932" cy="1006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09" tIns="17780" rIns="99568" bIns="1778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진행률그래프</a:t>
          </a:r>
          <a:r>
            <a:rPr lang="en-US" altLang="ko-KR" sz="1400" kern="1200" dirty="0"/>
            <a:t>(Progress Bar) </a:t>
          </a:r>
          <a:r>
            <a:rPr lang="ko-KR" altLang="en-US" sz="1400" kern="1200" dirty="0"/>
            <a:t>가 없어지면 데이터 자동갱신</a:t>
          </a:r>
          <a:r>
            <a:rPr lang="en-US" altLang="ko-KR" sz="1400" kern="1200" dirty="0"/>
            <a:t>(20</a:t>
          </a:r>
          <a:r>
            <a:rPr lang="ko-KR" altLang="en-US" sz="1400" kern="1200" dirty="0"/>
            <a:t>초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ko-KR" sz="1400" kern="1200" dirty="0"/>
            <a:t>“</a:t>
          </a:r>
          <a:r>
            <a:rPr lang="ko-KR" altLang="en-US" sz="1400" kern="1200" dirty="0"/>
            <a:t>장비목록</a:t>
          </a:r>
          <a:r>
            <a:rPr lang="en-US" altLang="ko-KR" sz="1400" kern="1200" dirty="0"/>
            <a:t>” </a:t>
          </a:r>
          <a:r>
            <a:rPr lang="ko-KR" altLang="en-US" sz="1400" kern="1200" dirty="0"/>
            <a:t>클릭 시 즉시 데이터 갱신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장비검색 창에서 장비명칭으로 검색 가능</a:t>
          </a:r>
        </a:p>
      </dsp:txBody>
      <dsp:txXfrm>
        <a:off x="0" y="2705483"/>
        <a:ext cx="5571932" cy="1006019"/>
      </dsp:txXfrm>
    </dsp:sp>
    <dsp:sp modelId="{3DB5DA4D-01E0-4DAD-AD35-150FBF86C611}">
      <dsp:nvSpPr>
        <dsp:cNvPr id="0" name=""/>
        <dsp:cNvSpPr/>
      </dsp:nvSpPr>
      <dsp:spPr>
        <a:xfrm>
          <a:off x="0" y="3711503"/>
          <a:ext cx="5571932" cy="50544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3. </a:t>
          </a:r>
          <a:r>
            <a:rPr lang="ko-KR" altLang="en-US" sz="1400" kern="1200" dirty="0"/>
            <a:t>장비 상태 통계</a:t>
          </a:r>
          <a:endParaRPr lang="ko-KR" sz="1400" kern="1200" dirty="0"/>
        </a:p>
      </dsp:txBody>
      <dsp:txXfrm>
        <a:off x="24674" y="3736177"/>
        <a:ext cx="5522584" cy="456092"/>
      </dsp:txXfrm>
    </dsp:sp>
    <dsp:sp modelId="{941ABE46-E888-401E-A7F3-F7E99F54C380}">
      <dsp:nvSpPr>
        <dsp:cNvPr id="0" name=""/>
        <dsp:cNvSpPr/>
      </dsp:nvSpPr>
      <dsp:spPr>
        <a:xfrm>
          <a:off x="0" y="4216943"/>
          <a:ext cx="5571932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09" tIns="17780" rIns="99568" bIns="1778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전체 </a:t>
          </a:r>
          <a:r>
            <a:rPr lang="en-US" altLang="ko-KR" sz="1400" kern="1200" dirty="0"/>
            <a:t>/ </a:t>
          </a:r>
          <a:r>
            <a:rPr lang="ko-KR" altLang="en-US" sz="1400" kern="1200" dirty="0"/>
            <a:t>정상 </a:t>
          </a:r>
          <a:r>
            <a:rPr lang="en-US" altLang="ko-KR" sz="1400" kern="1200" dirty="0"/>
            <a:t>/ </a:t>
          </a:r>
          <a:r>
            <a:rPr lang="ko-KR" altLang="en-US" sz="1400" kern="1200" dirty="0"/>
            <a:t>점검필요 통계 표출</a:t>
          </a:r>
          <a:endParaRPr lang="ko-KR" sz="1400" kern="1200" dirty="0"/>
        </a:p>
      </dsp:txBody>
      <dsp:txXfrm>
        <a:off x="0" y="4216943"/>
        <a:ext cx="5571932" cy="4471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5689FF-F6E0-4C53-B1E6-EC61A85A7522}">
      <dsp:nvSpPr>
        <dsp:cNvPr id="0" name=""/>
        <dsp:cNvSpPr/>
      </dsp:nvSpPr>
      <dsp:spPr>
        <a:xfrm>
          <a:off x="0" y="211898"/>
          <a:ext cx="5949426" cy="651105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3. </a:t>
          </a:r>
          <a:r>
            <a:rPr lang="ko-KR" altLang="en-US" sz="2100" kern="1200" dirty="0"/>
            <a:t>모니터링 영역</a:t>
          </a:r>
          <a:endParaRPr lang="ko-KR" sz="2100" kern="1200" dirty="0"/>
        </a:p>
      </dsp:txBody>
      <dsp:txXfrm>
        <a:off x="31784" y="243682"/>
        <a:ext cx="5885858" cy="587537"/>
      </dsp:txXfrm>
    </dsp:sp>
    <dsp:sp modelId="{6BC502DB-BCE1-4E74-A736-F61B2E97575D}">
      <dsp:nvSpPr>
        <dsp:cNvPr id="0" name=""/>
        <dsp:cNvSpPr/>
      </dsp:nvSpPr>
      <dsp:spPr>
        <a:xfrm>
          <a:off x="0" y="863003"/>
          <a:ext cx="5949426" cy="130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894" tIns="26670" rIns="149352" bIns="26670" numCol="1" spcCol="1270" anchor="t" anchorCtr="0">
          <a:noAutofit/>
        </a:bodyPr>
        <a:lstStyle/>
        <a:p>
          <a:pPr marL="171450" lvl="1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 dirty="0"/>
            <a:t>지역 </a:t>
          </a:r>
          <a:r>
            <a:rPr lang="en-US" altLang="ko-KR" sz="1600" kern="1200" dirty="0"/>
            <a:t>/ </a:t>
          </a:r>
          <a:r>
            <a:rPr lang="ko-KR" altLang="en-US" sz="1600" kern="1200" dirty="0"/>
            <a:t>종류 </a:t>
          </a:r>
          <a:r>
            <a:rPr lang="en-US" altLang="ko-KR" sz="1600" kern="1200" dirty="0"/>
            <a:t>/ </a:t>
          </a:r>
          <a:r>
            <a:rPr lang="ko-KR" altLang="en-US" sz="1600" kern="1200" dirty="0" err="1"/>
            <a:t>장비명</a:t>
          </a:r>
          <a:r>
            <a:rPr lang="ko-KR" altLang="en-US" sz="1600" kern="1200" dirty="0"/>
            <a:t> </a:t>
          </a:r>
          <a:r>
            <a:rPr lang="en-US" altLang="ko-KR" sz="1600" kern="1200" dirty="0"/>
            <a:t>/ </a:t>
          </a:r>
          <a:r>
            <a:rPr lang="ko-KR" altLang="en-US" sz="1600" kern="1200" dirty="0"/>
            <a:t>상태 </a:t>
          </a:r>
          <a:r>
            <a:rPr lang="en-US" altLang="ko-KR" sz="1600" kern="1200" dirty="0"/>
            <a:t>/ </a:t>
          </a:r>
          <a:r>
            <a:rPr lang="ko-KR" altLang="en-US" sz="1600" kern="1200" dirty="0"/>
            <a:t>데이터 표출</a:t>
          </a:r>
          <a:endParaRPr lang="ko-KR" sz="1600" kern="1200" dirty="0"/>
        </a:p>
        <a:p>
          <a:pPr marL="342900" lvl="2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 dirty="0"/>
            <a:t>수위 </a:t>
          </a:r>
          <a:r>
            <a:rPr lang="en-US" altLang="ko-KR" sz="1600" kern="1200" dirty="0"/>
            <a:t>: </a:t>
          </a:r>
          <a:r>
            <a:rPr lang="ko-KR" altLang="en-US" sz="1600" kern="1200" dirty="0"/>
            <a:t>현재 수위 </a:t>
          </a:r>
          <a:r>
            <a:rPr lang="en-US" altLang="ko-KR" sz="1600" kern="1200" dirty="0"/>
            <a:t>-.--- M</a:t>
          </a:r>
          <a:endParaRPr lang="ko-KR" sz="1600" kern="1200" dirty="0"/>
        </a:p>
        <a:p>
          <a:pPr marL="342900" lvl="2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600" kern="1200" dirty="0"/>
        </a:p>
        <a:p>
          <a:pPr marL="342900" lvl="2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600" kern="1200" dirty="0"/>
        </a:p>
      </dsp:txBody>
      <dsp:txXfrm>
        <a:off x="0" y="863003"/>
        <a:ext cx="5949426" cy="1304100"/>
      </dsp:txXfrm>
    </dsp:sp>
    <dsp:sp modelId="{538FD61A-2B7B-453E-8881-E4AD43223443}">
      <dsp:nvSpPr>
        <dsp:cNvPr id="0" name=""/>
        <dsp:cNvSpPr/>
      </dsp:nvSpPr>
      <dsp:spPr>
        <a:xfrm>
          <a:off x="0" y="2167103"/>
          <a:ext cx="5949426" cy="651105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4.</a:t>
          </a:r>
          <a:r>
            <a:rPr lang="ko-KR" altLang="en-US" sz="2100" kern="1200" dirty="0"/>
            <a:t>모니터링 상세 영역</a:t>
          </a:r>
          <a:r>
            <a:rPr lang="en-US" altLang="ko-KR" sz="2100" kern="1200" dirty="0"/>
            <a:t>(</a:t>
          </a:r>
          <a:r>
            <a:rPr lang="ko-KR" altLang="en-US" sz="2100" kern="1200" dirty="0" err="1"/>
            <a:t>확장시</a:t>
          </a:r>
          <a:r>
            <a:rPr lang="en-US" altLang="ko-KR" sz="2100" kern="1200" dirty="0"/>
            <a:t>)</a:t>
          </a:r>
          <a:endParaRPr lang="ko-KR" sz="2100" kern="1200" dirty="0"/>
        </a:p>
      </dsp:txBody>
      <dsp:txXfrm>
        <a:off x="31784" y="2198887"/>
        <a:ext cx="5885858" cy="587537"/>
      </dsp:txXfrm>
    </dsp:sp>
    <dsp:sp modelId="{D4B646A3-504A-4FA9-AB5A-54A2CB2B5E01}">
      <dsp:nvSpPr>
        <dsp:cNvPr id="0" name=""/>
        <dsp:cNvSpPr/>
      </dsp:nvSpPr>
      <dsp:spPr>
        <a:xfrm>
          <a:off x="0" y="2818208"/>
          <a:ext cx="5949426" cy="165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894" tIns="26670" rIns="149352" bIns="26670" numCol="1" spcCol="1270" anchor="t" anchorCtr="0">
          <a:noAutofit/>
        </a:bodyPr>
        <a:lstStyle/>
        <a:p>
          <a:pPr marL="171450" lvl="1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 dirty="0"/>
            <a:t>주소 </a:t>
          </a:r>
          <a:r>
            <a:rPr lang="en-US" altLang="ko-KR" sz="1600" kern="1200" dirty="0"/>
            <a:t>/ </a:t>
          </a:r>
          <a:r>
            <a:rPr lang="ko-KR" altLang="en-US" sz="1600" kern="1200" dirty="0"/>
            <a:t>위경도 </a:t>
          </a:r>
          <a:r>
            <a:rPr lang="en-US" altLang="ko-KR" sz="1600" kern="1200" dirty="0"/>
            <a:t>/ </a:t>
          </a:r>
          <a:r>
            <a:rPr lang="ko-KR" altLang="en-US" sz="1600" kern="1200" dirty="0"/>
            <a:t>지도 </a:t>
          </a:r>
          <a:r>
            <a:rPr lang="en-US" altLang="ko-KR" sz="1600" kern="1200" dirty="0"/>
            <a:t>/ </a:t>
          </a:r>
          <a:r>
            <a:rPr lang="ko-KR" altLang="en-US" sz="1600" kern="1200" dirty="0" err="1"/>
            <a:t>로거</a:t>
          </a:r>
          <a:r>
            <a:rPr lang="ko-KR" altLang="en-US" sz="1600" kern="1200" dirty="0"/>
            <a:t> 상태정보 </a:t>
          </a:r>
          <a:r>
            <a:rPr lang="en-US" altLang="ko-KR" sz="1600" kern="1200" dirty="0"/>
            <a:t>/</a:t>
          </a:r>
          <a:r>
            <a:rPr lang="ko-KR" altLang="en-US" sz="1600" kern="1200" dirty="0"/>
            <a:t> </a:t>
          </a:r>
          <a:r>
            <a:rPr lang="en-US" altLang="ko-KR" sz="1600" kern="1200" dirty="0"/>
            <a:t>API</a:t>
          </a:r>
          <a:r>
            <a:rPr lang="ko-KR" altLang="en-US" sz="1600" kern="1200" dirty="0"/>
            <a:t>연계 상태정보</a:t>
          </a:r>
          <a:r>
            <a:rPr lang="en-US" altLang="ko-KR" sz="1600" kern="1200" dirty="0"/>
            <a:t> </a:t>
          </a:r>
          <a:r>
            <a:rPr lang="ko-KR" altLang="en-US" sz="1600" kern="1200" dirty="0"/>
            <a:t>표출</a:t>
          </a:r>
          <a:endParaRPr lang="ko-KR" sz="1600" kern="1200" dirty="0"/>
        </a:p>
        <a:p>
          <a:pPr marL="171450" lvl="1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600" kern="1200" dirty="0"/>
            <a:t>지도 아이콘 클릭 시 네이버 </a:t>
          </a:r>
          <a:r>
            <a:rPr lang="ko-KR" altLang="en-US" sz="1600" kern="1200" dirty="0" err="1"/>
            <a:t>길찾기로</a:t>
          </a:r>
          <a:r>
            <a:rPr lang="ko-KR" altLang="en-US" sz="1600" kern="1200" dirty="0"/>
            <a:t> 연결 </a:t>
          </a:r>
          <a:r>
            <a:rPr lang="en-US" altLang="ko-KR" sz="1600" kern="1200" dirty="0"/>
            <a:t>(</a:t>
          </a:r>
          <a:r>
            <a:rPr lang="ko-KR" altLang="en-US" sz="1600" kern="1200" dirty="0"/>
            <a:t>네이버지도 앱 설치 필요</a:t>
          </a:r>
          <a:r>
            <a:rPr lang="en-US" altLang="ko-KR" sz="1600" kern="1200" dirty="0"/>
            <a:t>)</a:t>
          </a:r>
          <a:endParaRPr lang="ko-KR" sz="1600" kern="1200" dirty="0"/>
        </a:p>
        <a:p>
          <a:pPr marL="171450" lvl="1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600" kern="1200" dirty="0"/>
        </a:p>
        <a:p>
          <a:pPr marL="171450" lvl="1" indent="-171450" algn="l" defTabSz="7112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600" kern="1200" dirty="0"/>
        </a:p>
      </dsp:txBody>
      <dsp:txXfrm>
        <a:off x="0" y="2818208"/>
        <a:ext cx="5949426" cy="16518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D343A-92D7-4F1D-B6DC-401F7CF12468}">
      <dsp:nvSpPr>
        <dsp:cNvPr id="0" name=""/>
        <dsp:cNvSpPr/>
      </dsp:nvSpPr>
      <dsp:spPr>
        <a:xfrm>
          <a:off x="0" y="4875"/>
          <a:ext cx="5571932" cy="99216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1. </a:t>
          </a:r>
          <a:r>
            <a:rPr lang="ko-KR" altLang="en-US" sz="1600" b="1" kern="1200" dirty="0"/>
            <a:t>지역 선택 </a:t>
          </a:r>
          <a:r>
            <a:rPr lang="ko-KR" sz="1600" b="1" kern="1200" dirty="0"/>
            <a:t>영역</a:t>
          </a:r>
        </a:p>
      </dsp:txBody>
      <dsp:txXfrm>
        <a:off x="48433" y="53308"/>
        <a:ext cx="5475066" cy="895294"/>
      </dsp:txXfrm>
    </dsp:sp>
    <dsp:sp modelId="{42A65DF0-6C42-411F-A6DA-AF48C5444EA3}">
      <dsp:nvSpPr>
        <dsp:cNvPr id="0" name=""/>
        <dsp:cNvSpPr/>
      </dsp:nvSpPr>
      <dsp:spPr>
        <a:xfrm>
          <a:off x="0" y="997035"/>
          <a:ext cx="5571932" cy="1673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09" tIns="17780" rIns="99568" bIns="1778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전국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전라도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경상도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충청도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강원도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경기도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인천</a:t>
          </a:r>
          <a:r>
            <a:rPr lang="en-US" altLang="ko-KR" sz="1400" kern="1200" dirty="0"/>
            <a:t>/</a:t>
          </a:r>
          <a:r>
            <a:rPr lang="ko-KR" altLang="en-US" sz="1400" kern="1200" dirty="0"/>
            <a:t>제주 지역 표출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각 지역 클릭 시 상세 시</a:t>
          </a:r>
          <a:r>
            <a:rPr lang="en-US" altLang="ko-KR" sz="1400" kern="1200" dirty="0"/>
            <a:t>.</a:t>
          </a:r>
          <a:r>
            <a:rPr lang="ko-KR" altLang="en-US" sz="1400" kern="1200" dirty="0"/>
            <a:t>군</a:t>
          </a:r>
          <a:r>
            <a:rPr lang="en-US" altLang="ko-KR" sz="1400" kern="1200" dirty="0"/>
            <a:t>.</a:t>
          </a:r>
          <a:r>
            <a:rPr lang="ko-KR" altLang="en-US" sz="1400" kern="1200" dirty="0"/>
            <a:t>구 리스트 표출</a:t>
          </a:r>
          <a:br>
            <a:rPr lang="en-US" altLang="ko-KR" sz="1400" kern="1200" dirty="0"/>
          </a:br>
          <a:r>
            <a:rPr lang="en-US" altLang="ko-KR" sz="1400" kern="1200" dirty="0"/>
            <a:t>- </a:t>
          </a:r>
          <a:r>
            <a:rPr lang="ko-KR" altLang="en-US" sz="1400" kern="1200" dirty="0"/>
            <a:t>좌우로 </a:t>
          </a:r>
          <a:r>
            <a:rPr lang="ko-KR" altLang="en-US" sz="1400" kern="1200" dirty="0" err="1"/>
            <a:t>스와이프</a:t>
          </a:r>
          <a:r>
            <a:rPr lang="en-US" altLang="ko-KR" sz="1400" kern="1200" dirty="0"/>
            <a:t>(</a:t>
          </a:r>
          <a:r>
            <a:rPr lang="ko-KR" altLang="en-US" sz="1400" kern="1200" dirty="0"/>
            <a:t>스크롤</a:t>
          </a:r>
          <a:r>
            <a:rPr lang="en-US" altLang="ko-KR" sz="1400" kern="1200" dirty="0"/>
            <a:t>) </a:t>
          </a:r>
          <a:r>
            <a:rPr lang="ko-KR" altLang="en-US" sz="1400" kern="1200" dirty="0"/>
            <a:t>가능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지역검색 창에 클릭 또는 타이핑</a:t>
          </a:r>
          <a:r>
            <a:rPr lang="en-US" altLang="ko-KR" sz="1400" kern="1200" dirty="0"/>
            <a:t>(</a:t>
          </a:r>
          <a:r>
            <a:rPr lang="ko-KR" altLang="en-US" sz="1400" kern="1200" dirty="0"/>
            <a:t>입력</a:t>
          </a:r>
          <a:r>
            <a:rPr lang="en-US" altLang="ko-KR" sz="1400" kern="1200" dirty="0"/>
            <a:t>)</a:t>
          </a:r>
          <a:r>
            <a:rPr lang="ko-KR" altLang="en-US" sz="1400" kern="1200" dirty="0"/>
            <a:t>으로 특정지역 검색 가능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</dsp:txBody>
      <dsp:txXfrm>
        <a:off x="0" y="997035"/>
        <a:ext cx="5571932" cy="1673077"/>
      </dsp:txXfrm>
    </dsp:sp>
    <dsp:sp modelId="{9F2429FE-27CA-44B8-8C1C-EDA8B4632843}">
      <dsp:nvSpPr>
        <dsp:cNvPr id="0" name=""/>
        <dsp:cNvSpPr/>
      </dsp:nvSpPr>
      <dsp:spPr>
        <a:xfrm>
          <a:off x="0" y="2670113"/>
          <a:ext cx="5571932" cy="99216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2. </a:t>
          </a:r>
          <a:r>
            <a:rPr lang="ko-KR" altLang="en-US" sz="1400" b="1" kern="1200" dirty="0"/>
            <a:t>장비 검색</a:t>
          </a:r>
          <a:r>
            <a:rPr lang="en-US" sz="1400" b="1" kern="1200" dirty="0"/>
            <a:t> </a:t>
          </a:r>
          <a:r>
            <a:rPr lang="ko-KR" sz="1400" b="1" kern="1200" dirty="0"/>
            <a:t>영역</a:t>
          </a:r>
        </a:p>
      </dsp:txBody>
      <dsp:txXfrm>
        <a:off x="48433" y="2718546"/>
        <a:ext cx="5475066" cy="895294"/>
      </dsp:txXfrm>
    </dsp:sp>
    <dsp:sp modelId="{443AACE3-0DA6-40C0-BD93-4DF5968EEFC8}">
      <dsp:nvSpPr>
        <dsp:cNvPr id="0" name=""/>
        <dsp:cNvSpPr/>
      </dsp:nvSpPr>
      <dsp:spPr>
        <a:xfrm>
          <a:off x="0" y="3662273"/>
          <a:ext cx="5571932" cy="1014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09" tIns="17780" rIns="99568" bIns="1778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진행률그래프</a:t>
          </a:r>
          <a:r>
            <a:rPr lang="en-US" altLang="ko-KR" sz="1400" kern="1200" dirty="0"/>
            <a:t>(Progress Bar) </a:t>
          </a:r>
          <a:r>
            <a:rPr lang="ko-KR" altLang="en-US" sz="1400" kern="1200" dirty="0"/>
            <a:t>가 없어지면 데이터 자동갱신</a:t>
          </a:r>
          <a:r>
            <a:rPr lang="en-US" altLang="ko-KR" sz="1400" kern="1200" dirty="0"/>
            <a:t>(20</a:t>
          </a:r>
          <a:r>
            <a:rPr lang="ko-KR" altLang="en-US" sz="1400" kern="1200" dirty="0"/>
            <a:t>초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ko-KR" sz="1400" kern="1200" dirty="0"/>
            <a:t>“</a:t>
          </a:r>
          <a:r>
            <a:rPr lang="ko-KR" altLang="en-US" sz="1400" kern="1200" dirty="0"/>
            <a:t>장비목록</a:t>
          </a:r>
          <a:r>
            <a:rPr lang="en-US" altLang="ko-KR" sz="1400" kern="1200" dirty="0"/>
            <a:t>” </a:t>
          </a:r>
          <a:r>
            <a:rPr lang="ko-KR" altLang="en-US" sz="1400" kern="1200" dirty="0"/>
            <a:t>클릭 시 즉시 데이터 갱신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장비검색 창에서 장비명칭으로 검색 가능</a:t>
          </a:r>
        </a:p>
      </dsp:txBody>
      <dsp:txXfrm>
        <a:off x="0" y="3662273"/>
        <a:ext cx="5571932" cy="101481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C1636D-E616-4F71-913B-F33C39CE5A19}">
      <dsp:nvSpPr>
        <dsp:cNvPr id="0" name=""/>
        <dsp:cNvSpPr/>
      </dsp:nvSpPr>
      <dsp:spPr>
        <a:xfrm>
          <a:off x="0" y="124778"/>
          <a:ext cx="5949426" cy="527085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/>
            <a:t>3. </a:t>
          </a:r>
          <a:r>
            <a:rPr lang="ko-KR" altLang="en-US" sz="1700" kern="1200" dirty="0"/>
            <a:t>모니터링 영역</a:t>
          </a:r>
          <a:endParaRPr lang="ko-KR" sz="1700" kern="1200" dirty="0"/>
        </a:p>
      </dsp:txBody>
      <dsp:txXfrm>
        <a:off x="25730" y="150508"/>
        <a:ext cx="5897966" cy="475625"/>
      </dsp:txXfrm>
    </dsp:sp>
    <dsp:sp modelId="{6EF970A5-61EE-4DEB-B600-92261AB42321}">
      <dsp:nvSpPr>
        <dsp:cNvPr id="0" name=""/>
        <dsp:cNvSpPr/>
      </dsp:nvSpPr>
      <dsp:spPr>
        <a:xfrm>
          <a:off x="0" y="651863"/>
          <a:ext cx="5949426" cy="2744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894" tIns="21590" rIns="120904" bIns="21590" numCol="1" spcCol="1270" anchor="t" anchorCtr="0">
          <a:noAutofit/>
        </a:bodyPr>
        <a:lstStyle/>
        <a:p>
          <a:pPr marL="114300" lvl="1" indent="-114300" algn="l" defTabSz="5778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300" kern="1200" dirty="0"/>
            <a:t>지역 </a:t>
          </a:r>
          <a:r>
            <a:rPr lang="en-US" altLang="ko-KR" sz="1300" kern="1200" dirty="0"/>
            <a:t>/ </a:t>
          </a:r>
          <a:r>
            <a:rPr lang="ko-KR" altLang="en-US" sz="1300" kern="1200" dirty="0"/>
            <a:t>종류 </a:t>
          </a:r>
          <a:r>
            <a:rPr lang="en-US" altLang="ko-KR" sz="1300" kern="1200" dirty="0"/>
            <a:t>/ </a:t>
          </a:r>
          <a:r>
            <a:rPr lang="ko-KR" altLang="en-US" sz="1300" kern="1200" dirty="0" err="1"/>
            <a:t>장비명</a:t>
          </a:r>
          <a:r>
            <a:rPr lang="ko-KR" altLang="en-US" sz="1300" kern="1200" dirty="0"/>
            <a:t> </a:t>
          </a:r>
          <a:r>
            <a:rPr lang="en-US" altLang="ko-KR" sz="1300" kern="1200" dirty="0"/>
            <a:t>/ </a:t>
          </a:r>
          <a:r>
            <a:rPr lang="ko-KR" altLang="en-US" sz="1300" kern="1200" dirty="0"/>
            <a:t>마지막통신</a:t>
          </a:r>
          <a:r>
            <a:rPr lang="en-US" altLang="ko-KR" sz="1300" kern="1200" dirty="0"/>
            <a:t>(</a:t>
          </a:r>
          <a:r>
            <a:rPr lang="ko-KR" altLang="en-US" sz="1300" kern="1200" dirty="0"/>
            <a:t>시간</a:t>
          </a:r>
          <a:r>
            <a:rPr lang="en-US" altLang="ko-KR" sz="1300" kern="1200" dirty="0"/>
            <a:t>)</a:t>
          </a:r>
          <a:r>
            <a:rPr lang="ko-KR" altLang="en-US" sz="1300" kern="1200" dirty="0"/>
            <a:t> </a:t>
          </a:r>
          <a:r>
            <a:rPr lang="en-US" altLang="ko-KR" sz="1300" kern="1200" dirty="0"/>
            <a:t>/ </a:t>
          </a:r>
          <a:r>
            <a:rPr lang="ko-KR" altLang="en-US" sz="1300" kern="1200" dirty="0"/>
            <a:t>경과일</a:t>
          </a:r>
          <a:endParaRPr lang="ko-KR" sz="1300" kern="1200" dirty="0"/>
        </a:p>
        <a:p>
          <a:pPr marL="228600" lvl="2" indent="-114300" algn="l" defTabSz="5778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300" kern="1200" dirty="0"/>
            <a:t>강우 </a:t>
          </a:r>
          <a:r>
            <a:rPr lang="en-US" altLang="ko-KR" sz="1300" kern="1200" dirty="0"/>
            <a:t>: </a:t>
          </a:r>
          <a:r>
            <a:rPr lang="ko-KR" altLang="en-US" sz="1300" kern="1200" dirty="0"/>
            <a:t>금일 강우 </a:t>
          </a:r>
          <a:r>
            <a:rPr lang="en-US" altLang="ko-KR" sz="1300" kern="1200" dirty="0"/>
            <a:t>-.- mm / day</a:t>
          </a:r>
          <a:endParaRPr lang="ko-KR" sz="1300" kern="1200" dirty="0"/>
        </a:p>
        <a:p>
          <a:pPr marL="228600" lvl="2" indent="-114300" algn="l" defTabSz="5778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300" kern="1200" dirty="0"/>
            <a:t>수위 </a:t>
          </a:r>
          <a:r>
            <a:rPr lang="en-US" altLang="ko-KR" sz="1300" kern="1200" dirty="0"/>
            <a:t>: </a:t>
          </a:r>
          <a:r>
            <a:rPr lang="ko-KR" altLang="en-US" sz="1300" kern="1200" dirty="0"/>
            <a:t>현재 수위 </a:t>
          </a:r>
          <a:r>
            <a:rPr lang="en-US" altLang="ko-KR" sz="1300" kern="1200" dirty="0"/>
            <a:t>-.--- M</a:t>
          </a:r>
          <a:endParaRPr lang="ko-KR" sz="1300" kern="1200" dirty="0"/>
        </a:p>
        <a:p>
          <a:pPr marL="228600" lvl="2" indent="-114300" algn="l" defTabSz="5778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300" kern="1200" dirty="0"/>
            <a:t>변위 </a:t>
          </a:r>
          <a:r>
            <a:rPr lang="en-US" altLang="ko-KR" sz="1300" kern="1200" dirty="0"/>
            <a:t>: </a:t>
          </a:r>
          <a:r>
            <a:rPr lang="ko-KR" altLang="en-US" sz="1300" kern="1200" dirty="0"/>
            <a:t>현재 변위 </a:t>
          </a:r>
          <a:r>
            <a:rPr lang="en-US" altLang="ko-KR" sz="1300" kern="1200" dirty="0"/>
            <a:t>--- mm</a:t>
          </a:r>
          <a:endParaRPr lang="ko-KR" sz="1300" kern="1200" dirty="0"/>
        </a:p>
        <a:p>
          <a:pPr marL="228600" lvl="2" indent="-114300" algn="l" defTabSz="5778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300" kern="1200" dirty="0"/>
            <a:t>침수 </a:t>
          </a:r>
          <a:r>
            <a:rPr lang="en-US" altLang="ko-KR" sz="1300" kern="1200" dirty="0"/>
            <a:t>: </a:t>
          </a:r>
          <a:r>
            <a:rPr lang="ko-KR" altLang="en-US" sz="1300" kern="1200" dirty="0"/>
            <a:t>현재 침수 </a:t>
          </a:r>
          <a:r>
            <a:rPr lang="en-US" altLang="ko-KR" sz="1300" kern="1200" dirty="0"/>
            <a:t>--- / -.- cm</a:t>
          </a:r>
          <a:endParaRPr lang="ko-KR" sz="1300" kern="1200" dirty="0"/>
        </a:p>
        <a:p>
          <a:pPr marL="228600" lvl="2" indent="-114300" algn="l" defTabSz="5778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300" kern="1200" dirty="0"/>
            <a:t>전광판 </a:t>
          </a:r>
          <a:r>
            <a:rPr lang="en-US" altLang="ko-KR" sz="1300" kern="1200" dirty="0"/>
            <a:t>: </a:t>
          </a:r>
          <a:r>
            <a:rPr lang="ko-KR" altLang="en-US" sz="1300" kern="1200" dirty="0"/>
            <a:t>마지막 전송 멘트 </a:t>
          </a:r>
          <a:r>
            <a:rPr lang="en-US" altLang="ko-KR" sz="1300" kern="1200" dirty="0"/>
            <a:t>(</a:t>
          </a:r>
          <a:r>
            <a:rPr lang="ko-KR" altLang="en-US" sz="1300" kern="1200" dirty="0"/>
            <a:t>글자만 </a:t>
          </a:r>
          <a:r>
            <a:rPr lang="en-US" altLang="ko-KR" sz="1300" kern="1200" dirty="0"/>
            <a:t>&lt; </a:t>
          </a:r>
          <a:r>
            <a:rPr lang="ko-KR" altLang="en-US" sz="1300" kern="1200" dirty="0"/>
            <a:t>참고용</a:t>
          </a:r>
          <a:r>
            <a:rPr lang="en-US" altLang="ko-KR" sz="1300" kern="1200" dirty="0"/>
            <a:t>)</a:t>
          </a:r>
          <a:endParaRPr lang="ko-KR" sz="1300" kern="1200" dirty="0"/>
        </a:p>
        <a:p>
          <a:pPr marL="228600" lvl="2" indent="-114300" algn="l" defTabSz="5778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300" kern="1200" dirty="0"/>
            <a:t>차단기 </a:t>
          </a:r>
          <a:r>
            <a:rPr lang="en-US" altLang="ko-KR" sz="1300" kern="1200" dirty="0"/>
            <a:t>: </a:t>
          </a:r>
          <a:r>
            <a:rPr lang="ko-KR" altLang="en-US" sz="1300" kern="1200" dirty="0"/>
            <a:t>현재 차단기 상태 </a:t>
          </a:r>
          <a:r>
            <a:rPr lang="en-US" altLang="ko-KR" sz="1300" kern="1200" dirty="0"/>
            <a:t>(</a:t>
          </a:r>
          <a:r>
            <a:rPr lang="ko-KR" altLang="en-US" sz="1300" kern="1200" dirty="0"/>
            <a:t>열림 </a:t>
          </a:r>
          <a:r>
            <a:rPr lang="en-US" altLang="ko-KR" sz="1300" kern="1200" dirty="0"/>
            <a:t>/ </a:t>
          </a:r>
          <a:r>
            <a:rPr lang="ko-KR" altLang="en-US" sz="1300" kern="1200" dirty="0"/>
            <a:t>닫힘</a:t>
          </a:r>
          <a:r>
            <a:rPr lang="en-US" altLang="ko-KR" sz="1300" kern="1200" dirty="0"/>
            <a:t>)</a:t>
          </a:r>
          <a:endParaRPr lang="ko-KR" sz="1300" kern="1200" dirty="0"/>
        </a:p>
        <a:p>
          <a:pPr marL="228600" lvl="2" indent="-114300" algn="l" defTabSz="5778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300" kern="1200" dirty="0" err="1"/>
            <a:t>예경보</a:t>
          </a:r>
          <a:r>
            <a:rPr lang="ko-KR" altLang="en-US" sz="1300" kern="1200" dirty="0"/>
            <a:t> </a:t>
          </a:r>
          <a:r>
            <a:rPr lang="en-US" altLang="ko-KR" sz="1300" kern="1200" dirty="0"/>
            <a:t>: </a:t>
          </a:r>
          <a:r>
            <a:rPr lang="ko-KR" altLang="en-US" sz="1300" kern="1200" dirty="0"/>
            <a:t>마지막 전송 멘트</a:t>
          </a:r>
          <a:endParaRPr lang="ko-KR" sz="1300" kern="1200" dirty="0"/>
        </a:p>
        <a:p>
          <a:pPr marL="228600" lvl="2" indent="-114300" algn="l" defTabSz="5778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300" kern="1200" dirty="0"/>
        </a:p>
      </dsp:txBody>
      <dsp:txXfrm>
        <a:off x="0" y="651863"/>
        <a:ext cx="5949426" cy="2744819"/>
      </dsp:txXfrm>
    </dsp:sp>
    <dsp:sp modelId="{2D36FE45-CF65-47A5-AD75-8717AAF67855}">
      <dsp:nvSpPr>
        <dsp:cNvPr id="0" name=""/>
        <dsp:cNvSpPr/>
      </dsp:nvSpPr>
      <dsp:spPr>
        <a:xfrm>
          <a:off x="0" y="3396683"/>
          <a:ext cx="5949426" cy="527085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/>
            <a:t>4.</a:t>
          </a:r>
          <a:r>
            <a:rPr lang="ko-KR" altLang="en-US" sz="1700" kern="1200" dirty="0"/>
            <a:t>모니터링 상세 영역</a:t>
          </a:r>
          <a:r>
            <a:rPr lang="en-US" altLang="ko-KR" sz="1700" kern="1200" dirty="0"/>
            <a:t>(</a:t>
          </a:r>
          <a:r>
            <a:rPr lang="ko-KR" altLang="en-US" sz="1700" kern="1200" dirty="0" err="1"/>
            <a:t>확장시</a:t>
          </a:r>
          <a:r>
            <a:rPr lang="en-US" altLang="ko-KR" sz="1700" kern="1200" dirty="0"/>
            <a:t>)</a:t>
          </a:r>
          <a:endParaRPr lang="ko-KR" sz="1700" kern="1200" dirty="0"/>
        </a:p>
      </dsp:txBody>
      <dsp:txXfrm>
        <a:off x="25730" y="3422413"/>
        <a:ext cx="5897966" cy="475625"/>
      </dsp:txXfrm>
    </dsp:sp>
    <dsp:sp modelId="{64B82EBF-5B43-4BC7-A424-80D0656BED5D}">
      <dsp:nvSpPr>
        <dsp:cNvPr id="0" name=""/>
        <dsp:cNvSpPr/>
      </dsp:nvSpPr>
      <dsp:spPr>
        <a:xfrm>
          <a:off x="0" y="3923768"/>
          <a:ext cx="5949426" cy="633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894" tIns="21590" rIns="120904" bIns="21590" numCol="1" spcCol="1270" anchor="t" anchorCtr="0">
          <a:noAutofit/>
        </a:bodyPr>
        <a:lstStyle/>
        <a:p>
          <a:pPr marL="114300" lvl="1" indent="-114300" algn="l" defTabSz="5778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300" kern="1200" dirty="0"/>
            <a:t>주소 </a:t>
          </a:r>
          <a:r>
            <a:rPr lang="en-US" altLang="ko-KR" sz="1300" kern="1200" dirty="0"/>
            <a:t>/ </a:t>
          </a:r>
          <a:r>
            <a:rPr lang="ko-KR" altLang="en-US" sz="1300" kern="1200" dirty="0"/>
            <a:t>위경도 </a:t>
          </a:r>
          <a:r>
            <a:rPr lang="en-US" altLang="ko-KR" sz="1300" kern="1200" dirty="0"/>
            <a:t>/ </a:t>
          </a:r>
          <a:r>
            <a:rPr lang="ko-KR" altLang="en-US" sz="1300" kern="1200" dirty="0"/>
            <a:t>지도 </a:t>
          </a:r>
          <a:r>
            <a:rPr lang="en-US" altLang="ko-KR" sz="1300" kern="1200" dirty="0"/>
            <a:t>/ </a:t>
          </a:r>
          <a:r>
            <a:rPr lang="ko-KR" altLang="en-US" sz="1300" kern="1200" dirty="0" err="1"/>
            <a:t>로거상태정보</a:t>
          </a:r>
          <a:r>
            <a:rPr lang="ko-KR" altLang="en-US" sz="1300" kern="1200" dirty="0"/>
            <a:t> </a:t>
          </a:r>
          <a:r>
            <a:rPr lang="en-US" altLang="ko-KR" sz="1300" kern="1200" dirty="0"/>
            <a:t>/</a:t>
          </a:r>
          <a:r>
            <a:rPr lang="ko-KR" altLang="en-US" sz="1300" kern="1200" dirty="0"/>
            <a:t> </a:t>
          </a:r>
          <a:r>
            <a:rPr lang="en-US" altLang="ko-KR" sz="1300" kern="1200" dirty="0"/>
            <a:t>API</a:t>
          </a:r>
          <a:r>
            <a:rPr lang="ko-KR" altLang="en-US" sz="1300" kern="1200" dirty="0"/>
            <a:t>연계상태정보</a:t>
          </a:r>
          <a:r>
            <a:rPr lang="en-US" altLang="ko-KR" sz="1300" kern="1200" dirty="0"/>
            <a:t> </a:t>
          </a:r>
          <a:r>
            <a:rPr lang="ko-KR" altLang="en-US" sz="1300" kern="1200" dirty="0"/>
            <a:t>표출</a:t>
          </a:r>
          <a:endParaRPr lang="ko-KR" sz="1300" kern="1200" dirty="0"/>
        </a:p>
        <a:p>
          <a:pPr marL="114300" lvl="1" indent="-114300" algn="l" defTabSz="57785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300" kern="1200" dirty="0"/>
            <a:t>지도 아이콘 클릭 시 네이버 </a:t>
          </a:r>
          <a:r>
            <a:rPr lang="ko-KR" altLang="en-US" sz="1300" kern="1200" dirty="0" err="1"/>
            <a:t>길찾기로</a:t>
          </a:r>
          <a:r>
            <a:rPr lang="ko-KR" altLang="en-US" sz="1300" kern="1200" dirty="0"/>
            <a:t> 연결 </a:t>
          </a:r>
          <a:r>
            <a:rPr lang="en-US" altLang="ko-KR" sz="1300" kern="1200" dirty="0"/>
            <a:t>(</a:t>
          </a:r>
          <a:r>
            <a:rPr lang="ko-KR" altLang="en-US" sz="1300" kern="1200" dirty="0"/>
            <a:t>네이버지도 앱 설치 </a:t>
          </a:r>
          <a:r>
            <a:rPr lang="ko-KR" altLang="en-US" sz="1300" kern="1200"/>
            <a:t>필요</a:t>
          </a:r>
          <a:r>
            <a:rPr lang="en-US" altLang="ko-KR" sz="1300" kern="1200"/>
            <a:t>)</a:t>
          </a:r>
          <a:endParaRPr lang="ko-KR" sz="1300" kern="1200" dirty="0"/>
        </a:p>
      </dsp:txBody>
      <dsp:txXfrm>
        <a:off x="0" y="3923768"/>
        <a:ext cx="5949426" cy="63342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D343A-92D7-4F1D-B6DC-401F7CF12468}">
      <dsp:nvSpPr>
        <dsp:cNvPr id="0" name=""/>
        <dsp:cNvSpPr/>
      </dsp:nvSpPr>
      <dsp:spPr>
        <a:xfrm>
          <a:off x="0" y="9600"/>
          <a:ext cx="5794037" cy="108576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1. </a:t>
          </a:r>
          <a:r>
            <a:rPr lang="ko-KR" altLang="en-US" sz="1600" b="1" kern="1200" dirty="0"/>
            <a:t>카카오 계정으로 로그인</a:t>
          </a:r>
          <a:endParaRPr lang="ko-KR" sz="1600" b="1" kern="1200" dirty="0"/>
        </a:p>
      </dsp:txBody>
      <dsp:txXfrm>
        <a:off x="53002" y="62602"/>
        <a:ext cx="5688033" cy="979756"/>
      </dsp:txXfrm>
    </dsp:sp>
    <dsp:sp modelId="{42A65DF0-6C42-411F-A6DA-AF48C5444EA3}">
      <dsp:nvSpPr>
        <dsp:cNvPr id="0" name=""/>
        <dsp:cNvSpPr/>
      </dsp:nvSpPr>
      <dsp:spPr>
        <a:xfrm>
          <a:off x="0" y="1095360"/>
          <a:ext cx="5794037" cy="1230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961" tIns="17780" rIns="99568" bIns="1778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카카오 앱을 사용하여 로그인</a:t>
          </a:r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로그인 후 </a:t>
          </a:r>
          <a:r>
            <a:rPr lang="ko-KR" altLang="en-US" sz="1400" kern="1200" dirty="0">
              <a:solidFill>
                <a:srgbClr val="FFFF00"/>
              </a:solidFill>
            </a:rPr>
            <a:t>장비 테스트를 하기 위해서는 권한 설정 필요</a:t>
          </a:r>
          <a:r>
            <a:rPr lang="en-US" altLang="ko-KR" sz="1400" kern="1200" dirty="0"/>
            <a:t>(</a:t>
          </a:r>
          <a:r>
            <a:rPr lang="ko-KR" altLang="en-US" sz="1400" kern="1200" dirty="0"/>
            <a:t>관리자문의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</dsp:txBody>
      <dsp:txXfrm>
        <a:off x="0" y="1095360"/>
        <a:ext cx="5794037" cy="1230614"/>
      </dsp:txXfrm>
    </dsp:sp>
    <dsp:sp modelId="{9F2429FE-27CA-44B8-8C1C-EDA8B4632843}">
      <dsp:nvSpPr>
        <dsp:cNvPr id="0" name=""/>
        <dsp:cNvSpPr/>
      </dsp:nvSpPr>
      <dsp:spPr>
        <a:xfrm>
          <a:off x="0" y="2325975"/>
          <a:ext cx="5794037" cy="108576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2. </a:t>
          </a:r>
          <a:r>
            <a:rPr lang="ko-KR" altLang="en-US" sz="1400" b="1" kern="1200" dirty="0"/>
            <a:t>회원 계정으로 로그인</a:t>
          </a:r>
          <a:endParaRPr lang="ko-KR" sz="1400" b="1" kern="1200" dirty="0"/>
        </a:p>
      </dsp:txBody>
      <dsp:txXfrm>
        <a:off x="53002" y="2378977"/>
        <a:ext cx="5688033" cy="979756"/>
      </dsp:txXfrm>
    </dsp:sp>
    <dsp:sp modelId="{443AACE3-0DA6-40C0-BD93-4DF5968EEFC8}">
      <dsp:nvSpPr>
        <dsp:cNvPr id="0" name=""/>
        <dsp:cNvSpPr/>
      </dsp:nvSpPr>
      <dsp:spPr>
        <a:xfrm>
          <a:off x="0" y="3411735"/>
          <a:ext cx="5794037" cy="1260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961" tIns="17780" rIns="99568" bIns="1778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아이디 </a:t>
          </a:r>
          <a:r>
            <a:rPr lang="en-US" altLang="ko-KR" sz="1400" kern="1200" dirty="0"/>
            <a:t>/ </a:t>
          </a:r>
          <a:r>
            <a:rPr lang="ko-KR" altLang="en-US" sz="1400" kern="1200" dirty="0"/>
            <a:t>비밀번호를 입력하여 로그인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아이디가 없을 경우</a:t>
          </a:r>
          <a:r>
            <a:rPr lang="en-US" altLang="ko-KR" sz="1400" kern="1200" dirty="0"/>
            <a:t>, </a:t>
          </a:r>
          <a:r>
            <a:rPr lang="ko-KR" altLang="en-US" sz="1400" kern="1200" dirty="0"/>
            <a:t>회원가입 후 로그인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로그인 후 </a:t>
          </a:r>
          <a:r>
            <a:rPr lang="ko-KR" altLang="en-US" sz="1400" kern="1200" dirty="0">
              <a:solidFill>
                <a:srgbClr val="FFFF00"/>
              </a:solidFill>
            </a:rPr>
            <a:t>장비 테스트를 하기 위해서는 권한 설정 필요</a:t>
          </a:r>
          <a:r>
            <a:rPr lang="en-US" altLang="ko-KR" sz="1400" kern="1200" dirty="0"/>
            <a:t>(</a:t>
          </a:r>
          <a:r>
            <a:rPr lang="ko-KR" altLang="en-US" sz="1400" kern="1200" dirty="0"/>
            <a:t>관리자문의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</dsp:txBody>
      <dsp:txXfrm>
        <a:off x="0" y="3411735"/>
        <a:ext cx="5794037" cy="126063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D343A-92D7-4F1D-B6DC-401F7CF12468}">
      <dsp:nvSpPr>
        <dsp:cNvPr id="0" name=""/>
        <dsp:cNvSpPr/>
      </dsp:nvSpPr>
      <dsp:spPr>
        <a:xfrm>
          <a:off x="0" y="20535"/>
          <a:ext cx="5794037" cy="117936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1. </a:t>
          </a:r>
          <a:r>
            <a:rPr lang="ko-KR" altLang="en-US" sz="1600" b="1" kern="1200" dirty="0"/>
            <a:t>제어내역 검색</a:t>
          </a:r>
          <a:endParaRPr lang="ko-KR" sz="1600" b="1" kern="1200" dirty="0"/>
        </a:p>
      </dsp:txBody>
      <dsp:txXfrm>
        <a:off x="57572" y="78107"/>
        <a:ext cx="5678893" cy="1064216"/>
      </dsp:txXfrm>
    </dsp:sp>
    <dsp:sp modelId="{42A65DF0-6C42-411F-A6DA-AF48C5444EA3}">
      <dsp:nvSpPr>
        <dsp:cNvPr id="0" name=""/>
        <dsp:cNvSpPr/>
      </dsp:nvSpPr>
      <dsp:spPr>
        <a:xfrm>
          <a:off x="0" y="1199895"/>
          <a:ext cx="5794037" cy="10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961" tIns="17780" rIns="99568" bIns="1778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장비 유형 또는 사용자 명으로 장비테스트 실행이력을 확인가능</a:t>
          </a:r>
        </a:p>
      </dsp:txBody>
      <dsp:txXfrm>
        <a:off x="0" y="1199895"/>
        <a:ext cx="5794037" cy="1043280"/>
      </dsp:txXfrm>
    </dsp:sp>
    <dsp:sp modelId="{9F2429FE-27CA-44B8-8C1C-EDA8B4632843}">
      <dsp:nvSpPr>
        <dsp:cNvPr id="0" name=""/>
        <dsp:cNvSpPr/>
      </dsp:nvSpPr>
      <dsp:spPr>
        <a:xfrm>
          <a:off x="0" y="2243175"/>
          <a:ext cx="5794037" cy="1179360"/>
        </a:xfrm>
        <a:prstGeom prst="roundRect">
          <a:avLst/>
        </a:prstGeom>
        <a:gradFill rotWithShape="0">
          <a:gsLst>
            <a:gs pos="10000">
              <a:schemeClr val="dk2">
                <a:hueOff val="0"/>
                <a:satOff val="0"/>
                <a:lumOff val="0"/>
                <a:alphaOff val="0"/>
                <a:shade val="40000"/>
                <a:satMod val="200000"/>
              </a:schemeClr>
            </a:gs>
            <a:gs pos="65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70000"/>
                <a:shade val="100000"/>
                <a:satMod val="200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flat" dir="t"/>
        </a:scene3d>
        <a:sp3d prstMaterial="dkEdge">
          <a:bevelT w="114300" h="1079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2. </a:t>
          </a:r>
          <a:r>
            <a:rPr lang="ko-KR" altLang="en-US" sz="1400" b="1" kern="1200" dirty="0"/>
            <a:t>제어 내역 확인</a:t>
          </a:r>
          <a:endParaRPr lang="ko-KR" sz="1400" b="1" kern="1200" dirty="0"/>
        </a:p>
      </dsp:txBody>
      <dsp:txXfrm>
        <a:off x="57572" y="2300747"/>
        <a:ext cx="5678893" cy="1064216"/>
      </dsp:txXfrm>
    </dsp:sp>
    <dsp:sp modelId="{443AACE3-0DA6-40C0-BD93-4DF5968EEFC8}">
      <dsp:nvSpPr>
        <dsp:cNvPr id="0" name=""/>
        <dsp:cNvSpPr/>
      </dsp:nvSpPr>
      <dsp:spPr>
        <a:xfrm>
          <a:off x="0" y="3422535"/>
          <a:ext cx="5794037" cy="1238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961" tIns="17780" rIns="99568" bIns="17780" numCol="1" spcCol="1270" anchor="t" anchorCtr="0">
          <a:noAutofit/>
        </a:bodyPr>
        <a:lstStyle/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아이디 </a:t>
          </a:r>
          <a:r>
            <a:rPr lang="en-US" altLang="ko-KR" sz="1400" kern="1200" dirty="0"/>
            <a:t>/ </a:t>
          </a:r>
          <a:r>
            <a:rPr lang="ko-KR" altLang="en-US" sz="1400" kern="1200" dirty="0"/>
            <a:t>비밀번호를 입력하여 로그인</a:t>
          </a:r>
          <a:endParaRPr lang="ko-KR" sz="1400" kern="1200" dirty="0"/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아이디가 없을 경우</a:t>
          </a:r>
          <a:r>
            <a:rPr lang="en-US" altLang="ko-KR" sz="1400" kern="1200" dirty="0"/>
            <a:t>, </a:t>
          </a:r>
          <a:r>
            <a:rPr lang="ko-KR" altLang="en-US" sz="1400" kern="1200" dirty="0"/>
            <a:t>회원가입 후 로그인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400" kern="1200" dirty="0"/>
            <a:t>로그인 후 </a:t>
          </a:r>
          <a:r>
            <a:rPr lang="ko-KR" altLang="en-US" sz="1400" kern="1200" dirty="0">
              <a:solidFill>
                <a:srgbClr val="FFFF00"/>
              </a:solidFill>
            </a:rPr>
            <a:t>장비 테스트를 하기 위해서는 권한 설정 필요</a:t>
          </a:r>
          <a:r>
            <a:rPr lang="en-US" altLang="ko-KR" sz="1400" kern="1200" dirty="0"/>
            <a:t>(</a:t>
          </a:r>
          <a:r>
            <a:rPr lang="ko-KR" altLang="en-US" sz="1400" kern="1200" dirty="0"/>
            <a:t>관리자문의</a:t>
          </a:r>
          <a:r>
            <a:rPr lang="en-US" altLang="ko-KR" sz="1400" kern="1200" dirty="0"/>
            <a:t>)</a:t>
          </a:r>
          <a:endParaRPr lang="ko-KR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ko-KR" altLang="en-US" sz="1400" kern="1200" dirty="0"/>
        </a:p>
      </dsp:txBody>
      <dsp:txXfrm>
        <a:off x="0" y="3422535"/>
        <a:ext cx="5794037" cy="1238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670560" y="1984248"/>
            <a:ext cx="10948416" cy="2953512"/>
          </a:xfrm>
          <a:prstGeom prst="roundRect">
            <a:avLst>
              <a:gd name="adj" fmla="val 5521"/>
            </a:avLst>
          </a:prstGeom>
          <a:gradFill>
            <a:gsLst>
              <a:gs pos="0">
                <a:schemeClr val="bg1">
                  <a:alpha val="79000"/>
                </a:schemeClr>
              </a:gs>
              <a:gs pos="30000">
                <a:schemeClr val="bg2"/>
              </a:gs>
              <a:gs pos="66000">
                <a:schemeClr val="bg2"/>
              </a:gs>
              <a:gs pos="100000">
                <a:schemeClr val="bg1">
                  <a:alpha val="61000"/>
                </a:schemeClr>
              </a:gs>
            </a:gsLst>
            <a:lin ang="5400000" scaled="1"/>
          </a:gradFill>
          <a:ln w="38100">
            <a:solidFill>
              <a:schemeClr val="bg2">
                <a:lumMod val="20000"/>
                <a:lumOff val="8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950976" y="2432304"/>
            <a:ext cx="10363200" cy="1353312"/>
          </a:xfrm>
        </p:spPr>
        <p:txBody>
          <a:bodyPr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>
              <a:defRPr sz="480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804416" y="3785616"/>
            <a:ext cx="8534400" cy="7589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Rounded Rectangle 9"/>
          <p:cNvSpPr/>
          <p:nvPr/>
        </p:nvSpPr>
        <p:spPr bwMode="gray">
          <a:xfrm>
            <a:off x="1146048" y="1719072"/>
            <a:ext cx="9997440" cy="429768"/>
          </a:xfrm>
          <a:prstGeom prst="roundRect">
            <a:avLst>
              <a:gd name="adj" fmla="val 23050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67000">
                <a:schemeClr val="bg2">
                  <a:lumMod val="60000"/>
                  <a:lumOff val="40000"/>
                </a:schemeClr>
              </a:gs>
              <a:gs pos="98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ounded Rectangle 10"/>
          <p:cNvSpPr/>
          <p:nvPr/>
        </p:nvSpPr>
        <p:spPr bwMode="gray">
          <a:xfrm>
            <a:off x="1146048" y="4718304"/>
            <a:ext cx="9997440" cy="429768"/>
          </a:xfrm>
          <a:prstGeom prst="roundRect">
            <a:avLst>
              <a:gd name="adj" fmla="val 25178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78000">
                <a:schemeClr val="bg2">
                  <a:lumMod val="60000"/>
                  <a:lumOff val="40000"/>
                </a:schemeClr>
              </a:gs>
              <a:gs pos="75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ounded Rectangle 11"/>
          <p:cNvSpPr/>
          <p:nvPr/>
        </p:nvSpPr>
        <p:spPr bwMode="gray">
          <a:xfrm>
            <a:off x="7522464" y="1801368"/>
            <a:ext cx="3328416" cy="265176"/>
          </a:xfrm>
          <a:prstGeom prst="roundRect">
            <a:avLst>
              <a:gd name="adj" fmla="val 21911"/>
            </a:avLst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  <a:ln>
            <a:solidFill>
              <a:schemeClr val="bg2">
                <a:lumMod val="60000"/>
                <a:lumOff val="4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/>
          <p:cNvGrpSpPr/>
          <p:nvPr/>
        </p:nvGrpSpPr>
        <p:grpSpPr bwMode="ltGray">
          <a:xfrm>
            <a:off x="7644384" y="1892808"/>
            <a:ext cx="1133856" cy="73152"/>
            <a:chOff x="5733288" y="1874520"/>
            <a:chExt cx="850392" cy="73152"/>
          </a:xfrm>
          <a:effectLst>
            <a:glow rad="63500">
              <a:schemeClr val="tx1">
                <a:alpha val="40000"/>
              </a:schemeClr>
            </a:glow>
            <a:outerShdw blurRad="50800" dist="50800" dir="5400000" algn="ctr" rotWithShape="0">
              <a:schemeClr val="accent1">
                <a:lumMod val="20000"/>
                <a:lumOff val="80000"/>
                <a:alpha val="21000"/>
              </a:schemeClr>
            </a:outerShdw>
          </a:effectLst>
        </p:grpSpPr>
        <p:sp>
          <p:nvSpPr>
            <p:cNvPr id="13" name="Oval 12"/>
            <p:cNvSpPr/>
            <p:nvPr userDrawn="1"/>
          </p:nvSpPr>
          <p:spPr bwMode="ltGray">
            <a:xfrm>
              <a:off x="573328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ltGray">
            <a:xfrm>
              <a:off x="5925312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Oval 14"/>
            <p:cNvSpPr/>
            <p:nvPr userDrawn="1"/>
          </p:nvSpPr>
          <p:spPr bwMode="ltGray">
            <a:xfrm>
              <a:off x="6117336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ltGray">
            <a:xfrm>
              <a:off x="6309360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Oval 16"/>
            <p:cNvSpPr/>
            <p:nvPr userDrawn="1"/>
          </p:nvSpPr>
          <p:spPr bwMode="ltGray">
            <a:xfrm>
              <a:off x="651052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65083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 bwMode="gray">
          <a:xfrm>
            <a:off x="377952" y="292608"/>
            <a:ext cx="11436096" cy="622706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70560" y="457200"/>
            <a:ext cx="10863072" cy="950976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" y="1572768"/>
            <a:ext cx="10826496" cy="482803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Group 9"/>
          <p:cNvGrpSpPr/>
          <p:nvPr/>
        </p:nvGrpSpPr>
        <p:grpSpPr bwMode="gray">
          <a:xfrm>
            <a:off x="731520" y="164592"/>
            <a:ext cx="377952" cy="283464"/>
            <a:chOff x="548640" y="173736"/>
            <a:chExt cx="283464" cy="283464"/>
          </a:xfrm>
        </p:grpSpPr>
        <p:sp>
          <p:nvSpPr>
            <p:cNvPr id="9" name="Oval 8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Oval 7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/>
        </p:nvGrpSpPr>
        <p:grpSpPr bwMode="gray">
          <a:xfrm>
            <a:off x="1219200" y="164592"/>
            <a:ext cx="377952" cy="283464"/>
            <a:chOff x="548640" y="173736"/>
            <a:chExt cx="283464" cy="283464"/>
          </a:xfrm>
        </p:grpSpPr>
        <p:sp>
          <p:nvSpPr>
            <p:cNvPr id="12" name="Oval 11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Oval 12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/>
        </p:nvGrpSpPr>
        <p:grpSpPr bwMode="gray">
          <a:xfrm>
            <a:off x="1719072" y="164592"/>
            <a:ext cx="377952" cy="283464"/>
            <a:chOff x="548640" y="173736"/>
            <a:chExt cx="283464" cy="283464"/>
          </a:xfrm>
        </p:grpSpPr>
        <p:sp>
          <p:nvSpPr>
            <p:cNvPr id="15" name="Oval 14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58044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 bwMode="gray">
          <a:xfrm>
            <a:off x="670560" y="3712464"/>
            <a:ext cx="10863072" cy="2139696"/>
          </a:xfrm>
          <a:prstGeom prst="roundRect">
            <a:avLst>
              <a:gd name="adj" fmla="val 9795"/>
            </a:avLst>
          </a:prstGeom>
          <a:gradFill>
            <a:gsLst>
              <a:gs pos="0">
                <a:schemeClr val="bg1">
                  <a:alpha val="79000"/>
                </a:schemeClr>
              </a:gs>
              <a:gs pos="30000">
                <a:schemeClr val="bg2"/>
              </a:gs>
              <a:gs pos="66000">
                <a:schemeClr val="bg2"/>
              </a:gs>
              <a:gs pos="100000">
                <a:schemeClr val="bg1">
                  <a:alpha val="61000"/>
                </a:schemeClr>
              </a:gs>
            </a:gsLst>
            <a:lin ang="5400000" scaled="1"/>
          </a:gradFill>
          <a:ln w="38100">
            <a:solidFill>
              <a:schemeClr val="bg2">
                <a:lumMod val="20000"/>
                <a:lumOff val="8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ounded Rectangle 8"/>
          <p:cNvSpPr/>
          <p:nvPr/>
        </p:nvSpPr>
        <p:spPr bwMode="gray">
          <a:xfrm>
            <a:off x="1146048" y="5641848"/>
            <a:ext cx="9997440" cy="429768"/>
          </a:xfrm>
          <a:prstGeom prst="roundRect">
            <a:avLst>
              <a:gd name="adj" fmla="val 25178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78000">
                <a:schemeClr val="bg2">
                  <a:lumMod val="60000"/>
                  <a:lumOff val="40000"/>
                </a:schemeClr>
              </a:gs>
              <a:gs pos="75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853440" y="3931920"/>
            <a:ext cx="10387584" cy="1719072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048" y="2642616"/>
            <a:ext cx="9997440" cy="740664"/>
          </a:xfrm>
        </p:spPr>
        <p:txBody>
          <a:bodyPr anchor="b"/>
          <a:lstStyle>
            <a:lvl1pPr marL="0" indent="0">
              <a:buNone/>
              <a:defRPr sz="20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Rounded Rectangle 7"/>
          <p:cNvSpPr/>
          <p:nvPr/>
        </p:nvSpPr>
        <p:spPr bwMode="gray">
          <a:xfrm>
            <a:off x="1146048" y="3502152"/>
            <a:ext cx="9997440" cy="429768"/>
          </a:xfrm>
          <a:prstGeom prst="roundRect">
            <a:avLst>
              <a:gd name="adj" fmla="val 23050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67000">
                <a:schemeClr val="bg2">
                  <a:lumMod val="60000"/>
                  <a:lumOff val="40000"/>
                </a:schemeClr>
              </a:gs>
              <a:gs pos="98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ounded Rectangle 9"/>
          <p:cNvSpPr/>
          <p:nvPr/>
        </p:nvSpPr>
        <p:spPr bwMode="gray">
          <a:xfrm>
            <a:off x="7522464" y="3584448"/>
            <a:ext cx="3328416" cy="265176"/>
          </a:xfrm>
          <a:prstGeom prst="roundRect">
            <a:avLst>
              <a:gd name="adj" fmla="val 21911"/>
            </a:avLst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  <a:ln>
            <a:solidFill>
              <a:schemeClr val="bg2">
                <a:lumMod val="60000"/>
                <a:lumOff val="4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1" name="Group 10"/>
          <p:cNvGrpSpPr/>
          <p:nvPr/>
        </p:nvGrpSpPr>
        <p:grpSpPr bwMode="ltGray">
          <a:xfrm>
            <a:off x="7644384" y="3675888"/>
            <a:ext cx="1133856" cy="73152"/>
            <a:chOff x="5733288" y="1874520"/>
            <a:chExt cx="850392" cy="73152"/>
          </a:xfrm>
          <a:effectLst>
            <a:glow rad="63500">
              <a:schemeClr val="tx1">
                <a:alpha val="40000"/>
              </a:schemeClr>
            </a:glow>
            <a:outerShdw blurRad="50800" dist="50800" dir="5400000" algn="ctr" rotWithShape="0">
              <a:schemeClr val="accent1">
                <a:lumMod val="20000"/>
                <a:lumOff val="80000"/>
                <a:alpha val="21000"/>
              </a:schemeClr>
            </a:outerShdw>
          </a:effectLst>
        </p:grpSpPr>
        <p:sp>
          <p:nvSpPr>
            <p:cNvPr id="12" name="Oval 11"/>
            <p:cNvSpPr/>
            <p:nvPr userDrawn="1"/>
          </p:nvSpPr>
          <p:spPr bwMode="ltGray">
            <a:xfrm>
              <a:off x="573328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Oval 12"/>
            <p:cNvSpPr/>
            <p:nvPr userDrawn="1"/>
          </p:nvSpPr>
          <p:spPr bwMode="ltGray">
            <a:xfrm>
              <a:off x="5925312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ltGray">
            <a:xfrm>
              <a:off x="6117336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Oval 14"/>
            <p:cNvSpPr/>
            <p:nvPr userDrawn="1"/>
          </p:nvSpPr>
          <p:spPr bwMode="ltGray">
            <a:xfrm>
              <a:off x="6309360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ltGray">
            <a:xfrm>
              <a:off x="651052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76461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377952" y="1216152"/>
            <a:ext cx="11436096" cy="5294376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9" name="Group 8"/>
          <p:cNvGrpSpPr/>
          <p:nvPr/>
        </p:nvGrpSpPr>
        <p:grpSpPr bwMode="gray">
          <a:xfrm>
            <a:off x="926592" y="1078992"/>
            <a:ext cx="377952" cy="283464"/>
            <a:chOff x="548640" y="173736"/>
            <a:chExt cx="283464" cy="283464"/>
          </a:xfrm>
        </p:grpSpPr>
        <p:sp>
          <p:nvSpPr>
            <p:cNvPr id="10" name="Oval 9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Oval 10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2" name="Group 11"/>
          <p:cNvGrpSpPr/>
          <p:nvPr/>
        </p:nvGrpSpPr>
        <p:grpSpPr bwMode="gray">
          <a:xfrm>
            <a:off x="1402080" y="1078992"/>
            <a:ext cx="377952" cy="283464"/>
            <a:chOff x="548640" y="173736"/>
            <a:chExt cx="283464" cy="283464"/>
          </a:xfrm>
        </p:grpSpPr>
        <p:sp>
          <p:nvSpPr>
            <p:cNvPr id="13" name="Oval 12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5" name="Group 14"/>
          <p:cNvGrpSpPr/>
          <p:nvPr/>
        </p:nvGrpSpPr>
        <p:grpSpPr bwMode="gray">
          <a:xfrm>
            <a:off x="1901952" y="1078992"/>
            <a:ext cx="377952" cy="283464"/>
            <a:chOff x="548640" y="173736"/>
            <a:chExt cx="283464" cy="283464"/>
          </a:xfrm>
        </p:grpSpPr>
        <p:sp>
          <p:nvSpPr>
            <p:cNvPr id="16" name="Oval 15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Oval 16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09600" y="146304"/>
            <a:ext cx="10972800" cy="1069848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1554480"/>
            <a:ext cx="5291328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6960" y="1554480"/>
            <a:ext cx="5291328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729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 bwMode="gray">
          <a:xfrm>
            <a:off x="6193536" y="1371600"/>
            <a:ext cx="5620512" cy="5148072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ounded Rectangle 9"/>
          <p:cNvSpPr/>
          <p:nvPr/>
        </p:nvSpPr>
        <p:spPr bwMode="gray">
          <a:xfrm>
            <a:off x="377952" y="1371600"/>
            <a:ext cx="5620512" cy="5148072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09600" y="146304"/>
            <a:ext cx="10972800" cy="1143000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573024" y="1527048"/>
            <a:ext cx="5242560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3024" y="2322576"/>
            <a:ext cx="5242560" cy="40050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376416" y="1527048"/>
            <a:ext cx="5242560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6416" y="2322576"/>
            <a:ext cx="5242560" cy="40050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32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208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75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377952" y="292608"/>
            <a:ext cx="11436096" cy="622706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75488" y="429768"/>
            <a:ext cx="4157472" cy="10058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072" y="429768"/>
            <a:ext cx="6912864" cy="58613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5488" y="1435608"/>
            <a:ext cx="4157472" cy="48554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341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377952" y="292608"/>
            <a:ext cx="11436096" cy="622706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9" name="Group 8"/>
          <p:cNvGrpSpPr/>
          <p:nvPr/>
        </p:nvGrpSpPr>
        <p:grpSpPr bwMode="gray">
          <a:xfrm>
            <a:off x="731520" y="164592"/>
            <a:ext cx="377952" cy="283464"/>
            <a:chOff x="548640" y="173736"/>
            <a:chExt cx="283464" cy="283464"/>
          </a:xfrm>
        </p:grpSpPr>
        <p:sp>
          <p:nvSpPr>
            <p:cNvPr id="10" name="Oval 9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Oval 10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2" name="Group 11"/>
          <p:cNvGrpSpPr/>
          <p:nvPr/>
        </p:nvGrpSpPr>
        <p:grpSpPr bwMode="gray">
          <a:xfrm>
            <a:off x="1219200" y="164592"/>
            <a:ext cx="377952" cy="283464"/>
            <a:chOff x="548640" y="173736"/>
            <a:chExt cx="283464" cy="283464"/>
          </a:xfrm>
        </p:grpSpPr>
        <p:sp>
          <p:nvSpPr>
            <p:cNvPr id="13" name="Oval 12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5" name="Group 14"/>
          <p:cNvGrpSpPr/>
          <p:nvPr/>
        </p:nvGrpSpPr>
        <p:grpSpPr bwMode="gray">
          <a:xfrm>
            <a:off x="1719072" y="164592"/>
            <a:ext cx="377952" cy="283464"/>
            <a:chOff x="548640" y="173736"/>
            <a:chExt cx="283464" cy="283464"/>
          </a:xfrm>
        </p:grpSpPr>
        <p:sp>
          <p:nvSpPr>
            <p:cNvPr id="16" name="Oval 15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Oval 16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707136" y="3273552"/>
            <a:ext cx="3523488" cy="13716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4267200" y="612775"/>
            <a:ext cx="7205472" cy="4114800"/>
          </a:xfrm>
          <a:prstGeom prst="roundRect">
            <a:avLst>
              <a:gd name="adj" fmla="val 5778"/>
            </a:avLst>
          </a:prstGeom>
          <a:ln w="38100">
            <a:solidFill>
              <a:srgbClr val="FFFFFF">
                <a:alpha val="80000"/>
              </a:srgbClr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74464" y="4800600"/>
            <a:ext cx="6803136" cy="13716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509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630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 bwMode="gray">
          <a:xfrm>
            <a:off x="377952" y="356616"/>
            <a:ext cx="9339072" cy="608990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" name="Group 7"/>
          <p:cNvGrpSpPr/>
          <p:nvPr/>
        </p:nvGrpSpPr>
        <p:grpSpPr bwMode="gray">
          <a:xfrm>
            <a:off x="731520" y="219456"/>
            <a:ext cx="377952" cy="283464"/>
            <a:chOff x="548640" y="173736"/>
            <a:chExt cx="283464" cy="283464"/>
          </a:xfrm>
        </p:grpSpPr>
        <p:sp>
          <p:nvSpPr>
            <p:cNvPr id="9" name="Oval 8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Oval 9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/>
        </p:nvGrpSpPr>
        <p:grpSpPr bwMode="gray">
          <a:xfrm>
            <a:off x="1219200" y="219456"/>
            <a:ext cx="377952" cy="283464"/>
            <a:chOff x="548640" y="173736"/>
            <a:chExt cx="283464" cy="283464"/>
          </a:xfrm>
        </p:grpSpPr>
        <p:sp>
          <p:nvSpPr>
            <p:cNvPr id="12" name="Oval 11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Oval 12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/>
        </p:nvGrpSpPr>
        <p:grpSpPr bwMode="gray">
          <a:xfrm>
            <a:off x="1719072" y="219456"/>
            <a:ext cx="377952" cy="283464"/>
            <a:chOff x="548640" y="173736"/>
            <a:chExt cx="283464" cy="283464"/>
          </a:xfrm>
        </p:grpSpPr>
        <p:sp>
          <p:nvSpPr>
            <p:cNvPr id="15" name="Oval 14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9814560" y="365760"/>
            <a:ext cx="1901952" cy="6062472"/>
          </a:xfrm>
        </p:spPr>
        <p:txBody>
          <a:bodyPr vert="eaVert">
            <a:scene3d>
              <a:camera prst="orthographicFront"/>
              <a:lightRig rig="flat" dir="t"/>
            </a:scene3d>
            <a:sp3d extrusionH="3175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>
              <a:defRPr>
                <a:gradFill flip="none" rotWithShape="1"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576072"/>
            <a:ext cx="8497824" cy="564184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09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3">
              <a:alphaModFix amt="27000"/>
            </a:blip>
            <a:srcRect/>
            <a:tile tx="0" ty="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609600" y="6556248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C0C67-DFDE-4357-A488-E936D9134E2E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7754112" y="6556248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4669536" y="6556248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05FD6-655B-47A9-AA77-05D97602C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8307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32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31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4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3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openxmlformats.org/officeDocument/2006/relationships/image" Target="../media/image40.png"/><Relationship Id="rId5" Type="http://schemas.openxmlformats.org/officeDocument/2006/relationships/diagramColors" Target="../diagrams/colors7.xml"/><Relationship Id="rId10" Type="http://schemas.openxmlformats.org/officeDocument/2006/relationships/image" Target="../media/image39.png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8.xml"/><Relationship Id="rId3" Type="http://schemas.openxmlformats.org/officeDocument/2006/relationships/image" Target="../media/image42.png"/><Relationship Id="rId7" Type="http://schemas.openxmlformats.org/officeDocument/2006/relationships/diagramLayout" Target="../diagrams/layout8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8.xml"/><Relationship Id="rId11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microsoft.com/office/2007/relationships/diagramDrawing" Target="../diagrams/drawing8.xml"/><Relationship Id="rId4" Type="http://schemas.openxmlformats.org/officeDocument/2006/relationships/image" Target="../media/image43.png"/><Relationship Id="rId9" Type="http://schemas.openxmlformats.org/officeDocument/2006/relationships/diagramColors" Target="../diagrams/colors8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47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image" Target="../media/image49.png"/><Relationship Id="rId7" Type="http://schemas.openxmlformats.org/officeDocument/2006/relationships/diagramData" Target="../diagrams/data10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microsoft.com/office/2007/relationships/diagramDrawing" Target="../diagrams/drawing10.xml"/><Relationship Id="rId5" Type="http://schemas.openxmlformats.org/officeDocument/2006/relationships/image" Target="../media/image51.png"/><Relationship Id="rId10" Type="http://schemas.openxmlformats.org/officeDocument/2006/relationships/diagramColors" Target="../diagrams/colors10.xml"/><Relationship Id="rId4" Type="http://schemas.openxmlformats.org/officeDocument/2006/relationships/image" Target="../media/image50.png"/><Relationship Id="rId9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diagramLayout" Target="../diagrams/layout11.xml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11" Type="http://schemas.openxmlformats.org/officeDocument/2006/relationships/image" Target="../media/image57.png"/><Relationship Id="rId5" Type="http://schemas.openxmlformats.org/officeDocument/2006/relationships/diagramColors" Target="../diagrams/colors11.xml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diagramQuickStyle" Target="../diagrams/quickStyle11.xml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65.png"/><Relationship Id="rId7" Type="http://schemas.openxmlformats.org/officeDocument/2006/relationships/diagramColors" Target="../diagrams/colors13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우보</a:t>
            </a:r>
            <a:r>
              <a:rPr lang="ko-KR" altLang="en-US" dirty="0"/>
              <a:t> 온라인</a:t>
            </a:r>
            <a:br>
              <a:rPr lang="en-US" altLang="ko-KR" dirty="0"/>
            </a:br>
            <a:r>
              <a:rPr lang="ko-KR" altLang="en-US" dirty="0"/>
              <a:t>운영지원 시스템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dirty="0"/>
              <a:t>2026.01.12 </a:t>
            </a:r>
          </a:p>
        </p:txBody>
      </p:sp>
    </p:spTree>
    <p:extLst>
      <p:ext uri="{BB962C8B-B14F-4D97-AF65-F5344CB8AC3E}">
        <p14:creationId xmlns:p14="http://schemas.microsoft.com/office/powerpoint/2010/main" val="117239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AB4BC-B793-C9D0-2A42-D94CFCA5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개발 목적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1249589-5E11-4EF5-2605-4029E2CAD8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589371"/>
              </p:ext>
            </p:extLst>
          </p:nvPr>
        </p:nvGraphicFramePr>
        <p:xfrm>
          <a:off x="670560" y="1572768"/>
          <a:ext cx="10826496" cy="4828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453CF14C-0215-01C0-31C1-E8CC35119427}"/>
              </a:ext>
            </a:extLst>
          </p:cNvPr>
          <p:cNvSpPr/>
          <p:nvPr/>
        </p:nvSpPr>
        <p:spPr>
          <a:xfrm>
            <a:off x="694944" y="2242616"/>
            <a:ext cx="753412" cy="49390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A8A60D-5826-0833-705C-C5A564E9AAE8}"/>
              </a:ext>
            </a:extLst>
          </p:cNvPr>
          <p:cNvSpPr/>
          <p:nvPr/>
        </p:nvSpPr>
        <p:spPr>
          <a:xfrm>
            <a:off x="6075978" y="4071415"/>
            <a:ext cx="753412" cy="49390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EBCAE1-E7B7-E3F4-2F87-BDFBEA7FB52A}"/>
              </a:ext>
            </a:extLst>
          </p:cNvPr>
          <p:cNvSpPr/>
          <p:nvPr/>
        </p:nvSpPr>
        <p:spPr>
          <a:xfrm>
            <a:off x="694944" y="4074753"/>
            <a:ext cx="753412" cy="49390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807DAB-A825-4000-EA54-93AA45307751}"/>
              </a:ext>
            </a:extLst>
          </p:cNvPr>
          <p:cNvSpPr/>
          <p:nvPr/>
        </p:nvSpPr>
        <p:spPr>
          <a:xfrm>
            <a:off x="694944" y="5856832"/>
            <a:ext cx="753412" cy="49390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5579D0-09E3-04AC-8A07-C39D530E8314}"/>
              </a:ext>
            </a:extLst>
          </p:cNvPr>
          <p:cNvSpPr/>
          <p:nvPr/>
        </p:nvSpPr>
        <p:spPr>
          <a:xfrm>
            <a:off x="6075978" y="2242613"/>
            <a:ext cx="753412" cy="49390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8050AD-9EDF-BA5B-C507-7F4F501F8862}"/>
              </a:ext>
            </a:extLst>
          </p:cNvPr>
          <p:cNvSpPr/>
          <p:nvPr/>
        </p:nvSpPr>
        <p:spPr>
          <a:xfrm>
            <a:off x="6075978" y="5856831"/>
            <a:ext cx="753412" cy="49390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개선</a:t>
            </a:r>
          </a:p>
        </p:txBody>
      </p:sp>
    </p:spTree>
    <p:extLst>
      <p:ext uri="{BB962C8B-B14F-4D97-AF65-F5344CB8AC3E}">
        <p14:creationId xmlns:p14="http://schemas.microsoft.com/office/powerpoint/2010/main" val="2380811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구동환경 및 요구사항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03312" y="1688557"/>
            <a:ext cx="10223234" cy="453870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sz="1100" b="1" dirty="0"/>
              <a:t>하드웨어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사양</a:t>
            </a:r>
            <a:endParaRPr lang="en-US" altLang="ko-KR" sz="1100" b="1" dirty="0"/>
          </a:p>
          <a:p>
            <a:pPr lvl="1">
              <a:lnSpc>
                <a:spcPct val="120000"/>
              </a:lnSpc>
            </a:pPr>
            <a:r>
              <a:rPr lang="en-US" altLang="ko-KR" sz="1000" dirty="0"/>
              <a:t>64bit CPU</a:t>
            </a:r>
            <a:r>
              <a:rPr lang="ko-KR" altLang="en-US" sz="1000" dirty="0"/>
              <a:t> </a:t>
            </a:r>
            <a:r>
              <a:rPr lang="en-US" altLang="ko-KR" sz="1000" dirty="0"/>
              <a:t>1GHz</a:t>
            </a:r>
            <a:r>
              <a:rPr lang="ko-KR" altLang="en-US" sz="1000" dirty="0"/>
              <a:t> 이상 </a:t>
            </a:r>
            <a:r>
              <a:rPr lang="en-US" altLang="ko-KR" sz="1000" dirty="0"/>
              <a:t>/ RAM 2G  </a:t>
            </a:r>
            <a:r>
              <a:rPr lang="ko-KR" altLang="en-US" sz="1000" dirty="0"/>
              <a:t>이상 </a:t>
            </a:r>
            <a:r>
              <a:rPr lang="en-US" altLang="ko-KR" sz="1000" dirty="0"/>
              <a:t>/ HDD 32 GB </a:t>
            </a:r>
            <a:r>
              <a:rPr lang="ko-KR" altLang="en-US" sz="1000" dirty="0"/>
              <a:t>이상</a:t>
            </a:r>
            <a:endParaRPr lang="en-US" altLang="ko-KR" sz="1000" dirty="0"/>
          </a:p>
          <a:p>
            <a:pPr>
              <a:lnSpc>
                <a:spcPct val="120000"/>
              </a:lnSpc>
            </a:pPr>
            <a:endParaRPr lang="en-US" altLang="ko-KR" sz="1100" dirty="0"/>
          </a:p>
          <a:p>
            <a:pPr>
              <a:lnSpc>
                <a:spcPct val="120000"/>
              </a:lnSpc>
            </a:pPr>
            <a:r>
              <a:rPr lang="ko-KR" altLang="en-US" sz="1100" b="1" dirty="0"/>
              <a:t>운영체제</a:t>
            </a:r>
            <a:endParaRPr lang="en-US" altLang="ko-KR" sz="1100" b="1" dirty="0"/>
          </a:p>
          <a:p>
            <a:pPr lvl="1">
              <a:lnSpc>
                <a:spcPct val="120000"/>
              </a:lnSpc>
            </a:pPr>
            <a:r>
              <a:rPr lang="en-US" altLang="ko-KR" sz="1000" dirty="0"/>
              <a:t>Windows 10 </a:t>
            </a:r>
            <a:r>
              <a:rPr lang="ko-KR" altLang="en-US" sz="1000" dirty="0"/>
              <a:t>이상 </a:t>
            </a:r>
            <a:r>
              <a:rPr lang="en-US" altLang="ko-KR" sz="1000" dirty="0"/>
              <a:t>(Windows Server 2019 </a:t>
            </a:r>
            <a:r>
              <a:rPr lang="en-US" altLang="ko-KR" sz="1000" dirty="0" err="1"/>
              <a:t>Std</a:t>
            </a:r>
            <a:r>
              <a:rPr lang="en-US" altLang="ko-KR" sz="1000" dirty="0"/>
              <a:t> </a:t>
            </a:r>
            <a:r>
              <a:rPr lang="ko-KR" altLang="en-US" sz="1000" dirty="0"/>
              <a:t>이상</a:t>
            </a:r>
            <a:r>
              <a:rPr lang="en-US" altLang="ko-KR" sz="1000" dirty="0"/>
              <a:t>)</a:t>
            </a:r>
          </a:p>
          <a:p>
            <a:pPr lvl="1">
              <a:lnSpc>
                <a:spcPct val="120000"/>
              </a:lnSpc>
            </a:pPr>
            <a:endParaRPr lang="en-US" altLang="ko-KR" sz="1000" dirty="0"/>
          </a:p>
          <a:p>
            <a:pPr>
              <a:lnSpc>
                <a:spcPct val="120000"/>
              </a:lnSpc>
            </a:pPr>
            <a:r>
              <a:rPr lang="ko-KR" altLang="en-US" sz="1100" dirty="0"/>
              <a:t>개발 언어 및 프레임워크</a:t>
            </a:r>
            <a:endParaRPr lang="en-US" altLang="ko-KR" sz="1100" dirty="0"/>
          </a:p>
          <a:p>
            <a:pPr lvl="1">
              <a:lnSpc>
                <a:spcPct val="120000"/>
              </a:lnSpc>
            </a:pPr>
            <a:r>
              <a:rPr lang="en-US" altLang="ko-KR" sz="1000" dirty="0"/>
              <a:t>Front-end</a:t>
            </a:r>
            <a:r>
              <a:rPr lang="ko-KR" altLang="en-US" sz="1000" dirty="0"/>
              <a:t> </a:t>
            </a:r>
            <a:r>
              <a:rPr lang="en-US" altLang="ko-KR" sz="1000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Vue.js + </a:t>
            </a:r>
            <a:r>
              <a:rPr lang="en-US" altLang="ko-KR" sz="1000" dirty="0" err="1"/>
              <a:t>Vuetify</a:t>
            </a:r>
            <a:r>
              <a:rPr lang="en-US" altLang="ko-KR" sz="1000" dirty="0"/>
              <a:t> </a:t>
            </a:r>
            <a:r>
              <a:rPr lang="ko-KR" altLang="en-US" sz="1000" dirty="0"/>
              <a:t>조합</a:t>
            </a:r>
            <a:endParaRPr lang="en-US" altLang="ko-KR" sz="1000" dirty="0"/>
          </a:p>
          <a:p>
            <a:pPr lvl="1">
              <a:lnSpc>
                <a:spcPct val="120000"/>
              </a:lnSpc>
            </a:pPr>
            <a:r>
              <a:rPr lang="en-US" altLang="ko-KR" sz="1000" dirty="0"/>
              <a:t>Back-end: Nest.js + </a:t>
            </a:r>
            <a:r>
              <a:rPr lang="en-US" altLang="ko-KR" sz="1000" dirty="0" err="1"/>
              <a:t>TypeORM</a:t>
            </a:r>
            <a:r>
              <a:rPr lang="en-US" altLang="ko-KR" sz="1000" dirty="0"/>
              <a:t> </a:t>
            </a:r>
            <a:r>
              <a:rPr lang="ko-KR" altLang="en-US" sz="1000" dirty="0"/>
              <a:t>조합</a:t>
            </a:r>
            <a:endParaRPr lang="en-US" altLang="ko-KR" sz="1000" dirty="0"/>
          </a:p>
          <a:p>
            <a:pPr lvl="1">
              <a:lnSpc>
                <a:spcPct val="120000"/>
              </a:lnSpc>
            </a:pPr>
            <a:endParaRPr lang="en-US" altLang="ko-KR" sz="1000" dirty="0"/>
          </a:p>
          <a:p>
            <a:pPr>
              <a:lnSpc>
                <a:spcPct val="120000"/>
              </a:lnSpc>
            </a:pPr>
            <a:r>
              <a:rPr lang="ko-KR" altLang="en-US" sz="1100" dirty="0"/>
              <a:t>개발 환경</a:t>
            </a:r>
            <a:endParaRPr lang="en-US" altLang="ko-KR" sz="1100" dirty="0"/>
          </a:p>
          <a:p>
            <a:pPr lvl="1">
              <a:lnSpc>
                <a:spcPct val="120000"/>
              </a:lnSpc>
            </a:pPr>
            <a:r>
              <a:rPr lang="en-US" altLang="ko-KR" sz="1000" dirty="0"/>
              <a:t>Visual Studio Code</a:t>
            </a:r>
          </a:p>
          <a:p>
            <a:pPr>
              <a:lnSpc>
                <a:spcPct val="120000"/>
              </a:lnSpc>
            </a:pPr>
            <a:endParaRPr lang="en-US" altLang="ko-KR" sz="1100" dirty="0"/>
          </a:p>
          <a:p>
            <a:pPr>
              <a:lnSpc>
                <a:spcPct val="120000"/>
              </a:lnSpc>
            </a:pPr>
            <a:r>
              <a:rPr lang="en-US" altLang="ko-KR" sz="1100" dirty="0"/>
              <a:t> </a:t>
            </a:r>
            <a:r>
              <a:rPr lang="ko-KR" altLang="en-US" sz="1100" dirty="0"/>
              <a:t>형상관리</a:t>
            </a:r>
            <a:endParaRPr lang="en-US" altLang="ko-KR" sz="1100" dirty="0"/>
          </a:p>
          <a:p>
            <a:pPr lvl="1">
              <a:lnSpc>
                <a:spcPct val="120000"/>
              </a:lnSpc>
            </a:pPr>
            <a:r>
              <a:rPr lang="en-US" altLang="ko-KR" sz="1000" dirty="0"/>
              <a:t>Git + SourceTree</a:t>
            </a:r>
            <a:br>
              <a:rPr lang="en-US" altLang="ko-KR" sz="1000" dirty="0"/>
            </a:br>
            <a:endParaRPr lang="en-US" altLang="ko-KR" sz="1000" dirty="0"/>
          </a:p>
          <a:p>
            <a:pPr>
              <a:lnSpc>
                <a:spcPct val="120000"/>
              </a:lnSpc>
            </a:pPr>
            <a:r>
              <a:rPr lang="ko-KR" altLang="en-US" sz="1100" b="1" dirty="0"/>
              <a:t>기타 요구사항</a:t>
            </a:r>
            <a:endParaRPr lang="en-US" altLang="ko-KR" sz="1100" b="1" dirty="0"/>
          </a:p>
          <a:p>
            <a:pPr lvl="1">
              <a:lnSpc>
                <a:spcPct val="120000"/>
              </a:lnSpc>
            </a:pPr>
            <a:r>
              <a:rPr lang="en-US" altLang="ko-KR" sz="1000" dirty="0"/>
              <a:t>MariaDB</a:t>
            </a:r>
            <a:br>
              <a:rPr lang="en-US" altLang="ko-KR" sz="1000" dirty="0"/>
            </a:br>
            <a:endParaRPr lang="en-US" altLang="ko-KR" sz="1000" b="1" dirty="0"/>
          </a:p>
          <a:p>
            <a:pPr>
              <a:lnSpc>
                <a:spcPct val="120000"/>
              </a:lnSpc>
            </a:pPr>
            <a:r>
              <a:rPr lang="ko-KR" altLang="en-US" sz="1100" b="1" dirty="0"/>
              <a:t>클라이언트 요구사항</a:t>
            </a:r>
            <a:endParaRPr lang="en-US" altLang="ko-KR" sz="1100" b="1" dirty="0"/>
          </a:p>
          <a:p>
            <a:pPr lvl="1">
              <a:lnSpc>
                <a:spcPct val="120000"/>
              </a:lnSpc>
            </a:pPr>
            <a:r>
              <a:rPr lang="ko-KR" altLang="en-US" sz="1000" dirty="0"/>
              <a:t>앱</a:t>
            </a:r>
            <a:r>
              <a:rPr lang="en-US" altLang="ko-KR" sz="1000" dirty="0"/>
              <a:t>(APP) : </a:t>
            </a:r>
            <a:r>
              <a:rPr lang="ko-KR" altLang="en-US" sz="1000" dirty="0"/>
              <a:t>안드로이드 </a:t>
            </a:r>
            <a:r>
              <a:rPr lang="en-US" altLang="ko-KR" sz="1000" dirty="0"/>
              <a:t>14.0 (API</a:t>
            </a:r>
            <a:r>
              <a:rPr lang="ko-KR" altLang="en-US" sz="1000" dirty="0"/>
              <a:t> 레벨 </a:t>
            </a:r>
            <a:r>
              <a:rPr lang="en-US" altLang="ko-KR" sz="1000" dirty="0"/>
              <a:t>34) </a:t>
            </a:r>
            <a:r>
              <a:rPr lang="ko-KR" altLang="en-US" sz="1000" dirty="0"/>
              <a:t>이상 </a:t>
            </a:r>
            <a:r>
              <a:rPr lang="en-US" altLang="ko-KR" sz="1000" dirty="0"/>
              <a:t>/ </a:t>
            </a:r>
            <a:r>
              <a:rPr lang="ko-KR" altLang="en-US" sz="1000" dirty="0"/>
              <a:t>윈도우 </a:t>
            </a:r>
            <a:r>
              <a:rPr lang="en-US" altLang="ko-KR" sz="1000" dirty="0"/>
              <a:t>.NET 8 </a:t>
            </a:r>
            <a:r>
              <a:rPr lang="ko-KR" altLang="en-US" sz="1000" dirty="0"/>
              <a:t>이상</a:t>
            </a:r>
            <a:endParaRPr lang="en-US" altLang="ko-KR" sz="1000" dirty="0"/>
          </a:p>
          <a:p>
            <a:pPr lvl="1">
              <a:lnSpc>
                <a:spcPct val="120000"/>
              </a:lnSpc>
            </a:pPr>
            <a:r>
              <a:rPr lang="ko-KR" altLang="en-US" sz="1000" dirty="0"/>
              <a:t>웹</a:t>
            </a:r>
            <a:r>
              <a:rPr lang="en-US" altLang="ko-KR" sz="1000" dirty="0"/>
              <a:t>(WEB):</a:t>
            </a:r>
            <a:r>
              <a:rPr lang="ko-KR" altLang="en-US" sz="1000" dirty="0"/>
              <a:t> </a:t>
            </a:r>
            <a:r>
              <a:rPr lang="en-US" altLang="ko-KR" sz="1000" dirty="0"/>
              <a:t>Chrome &amp; Edge 105 </a:t>
            </a:r>
            <a:r>
              <a:rPr lang="ko-KR" altLang="en-US" sz="1000" dirty="0"/>
              <a:t>이상</a:t>
            </a:r>
            <a:endParaRPr lang="en-US" altLang="ko-KR" sz="1000" dirty="0"/>
          </a:p>
          <a:p>
            <a:pPr lvl="1">
              <a:lnSpc>
                <a:spcPct val="120000"/>
              </a:lnSpc>
            </a:pPr>
            <a:r>
              <a:rPr lang="ko-KR" altLang="en-US" sz="1000" dirty="0"/>
              <a:t>해상도</a:t>
            </a:r>
            <a:endParaRPr lang="en-US" altLang="ko-KR" sz="1000" dirty="0"/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최소 </a:t>
            </a:r>
            <a:r>
              <a:rPr lang="en-US" altLang="ko-KR" sz="900" dirty="0"/>
              <a:t>: </a:t>
            </a:r>
            <a:r>
              <a:rPr lang="ko-KR" altLang="en-US" sz="900" dirty="0"/>
              <a:t>갤럭시 </a:t>
            </a:r>
            <a:r>
              <a:rPr lang="en-US" altLang="ko-KR" sz="900" dirty="0"/>
              <a:t>S8+ (360 x 740 </a:t>
            </a:r>
            <a:r>
              <a:rPr lang="ko-KR" altLang="en-US" sz="900" dirty="0"/>
              <a:t>이상</a:t>
            </a:r>
            <a:r>
              <a:rPr lang="en-US" altLang="ko-KR" sz="900" dirty="0"/>
              <a:t>) / </a:t>
            </a:r>
            <a:r>
              <a:rPr lang="ko-KR" altLang="en-US" sz="900" dirty="0"/>
              <a:t>아이폰 </a:t>
            </a:r>
            <a:r>
              <a:rPr lang="en-US" altLang="ko-KR" sz="900" dirty="0"/>
              <a:t>12 </a:t>
            </a:r>
            <a:r>
              <a:rPr lang="ko-KR" altLang="en-US" sz="900" dirty="0"/>
              <a:t>미니</a:t>
            </a:r>
            <a:r>
              <a:rPr lang="en-US" altLang="ko-KR" sz="900" dirty="0"/>
              <a:t>(360 x 780 </a:t>
            </a:r>
            <a:r>
              <a:rPr lang="ko-KR" altLang="en-US" sz="900" dirty="0"/>
              <a:t>이상</a:t>
            </a:r>
            <a:r>
              <a:rPr lang="en-US" altLang="ko-KR" sz="900" dirty="0"/>
              <a:t>)</a:t>
            </a:r>
          </a:p>
          <a:p>
            <a:pPr lvl="2">
              <a:lnSpc>
                <a:spcPct val="120000"/>
              </a:lnSpc>
            </a:pPr>
            <a:r>
              <a:rPr lang="ko-KR" altLang="en-US" sz="900" dirty="0"/>
              <a:t>권장 </a:t>
            </a:r>
            <a:r>
              <a:rPr lang="en-US" altLang="ko-KR" sz="900" dirty="0"/>
              <a:t>: </a:t>
            </a:r>
            <a:r>
              <a:rPr lang="ko-KR" altLang="en-US" sz="900" dirty="0"/>
              <a:t>갤럭시 </a:t>
            </a:r>
            <a:r>
              <a:rPr lang="en-US" altLang="ko-KR" sz="900" dirty="0"/>
              <a:t>A51, A71, S20 </a:t>
            </a:r>
            <a:r>
              <a:rPr lang="ko-KR" altLang="en-US" sz="900" dirty="0"/>
              <a:t>울트라</a:t>
            </a:r>
            <a:r>
              <a:rPr lang="en-US" altLang="ko-KR" sz="900" dirty="0"/>
              <a:t> (412 x 914 </a:t>
            </a:r>
            <a:r>
              <a:rPr lang="ko-KR" altLang="en-US" sz="900" dirty="0"/>
              <a:t>이상</a:t>
            </a:r>
            <a:r>
              <a:rPr lang="en-US" altLang="ko-KR" sz="900" dirty="0"/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3F4BB6-229F-95C1-6B81-90CDB83E1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806" y="2758338"/>
            <a:ext cx="877421" cy="32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로고, 그래픽, 폰트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BFFD52-AA23-14D6-1D5F-671961603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806" y="3167722"/>
            <a:ext cx="877421" cy="363707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9476238-B24A-6CF9-451C-A330B0A6E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385" y="3490868"/>
            <a:ext cx="320884" cy="32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Git">
            <a:extLst>
              <a:ext uri="{FF2B5EF4-FFF2-40B4-BE49-F238E27FC236}">
                <a16:creationId xmlns:a16="http://schemas.microsoft.com/office/drawing/2014/main" id="{743C231D-8B62-1EFC-4028-A99EF07D4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385" y="4060218"/>
            <a:ext cx="877421" cy="36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 descr="로고, 상징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0A0F10-A113-F91E-5B92-C8B03F844A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733" y="2596415"/>
            <a:ext cx="1443145" cy="14431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5EAC88-DE5F-7BD4-E0E7-E91CB03C15F4}"/>
              </a:ext>
            </a:extLst>
          </p:cNvPr>
          <p:cNvSpPr txBox="1"/>
          <p:nvPr/>
        </p:nvSpPr>
        <p:spPr>
          <a:xfrm>
            <a:off x="8739810" y="4098014"/>
            <a:ext cx="1724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우보</a:t>
            </a:r>
            <a:r>
              <a:rPr lang="ko-KR" altLang="en-US" dirty="0"/>
              <a:t> 온라인</a:t>
            </a:r>
          </a:p>
        </p:txBody>
      </p:sp>
      <p:pic>
        <p:nvPicPr>
          <p:cNvPr id="14" name="그림 13" descr="해양 포유류, 포유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E7CF3A-F185-4425-03A2-2C8DAFFC51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385" y="4512424"/>
            <a:ext cx="1262277" cy="44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3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8BEC1-FB8F-ED7D-77FA-1FA6E5B15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우보</a:t>
            </a:r>
            <a:r>
              <a:rPr lang="ko-KR" altLang="en-US" dirty="0"/>
              <a:t> 온라인 </a:t>
            </a:r>
            <a:r>
              <a:rPr lang="en-US" altLang="ko-KR" dirty="0"/>
              <a:t>– </a:t>
            </a:r>
            <a:r>
              <a:rPr lang="ko-KR" altLang="en-US" dirty="0"/>
              <a:t>운영지원시스템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A0169C-6485-7EDF-34CA-5A5EA28F1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WEB</a:t>
            </a:r>
            <a:br>
              <a:rPr lang="en-US" altLang="ko-KR" dirty="0"/>
            </a:br>
            <a:r>
              <a:rPr lang="ko-KR" altLang="en-US" dirty="0"/>
              <a:t>주소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D9DFCF-0C6E-407D-B1C3-965185C9EC64}"/>
              </a:ext>
            </a:extLst>
          </p:cNvPr>
          <p:cNvSpPr/>
          <p:nvPr/>
        </p:nvSpPr>
        <p:spPr>
          <a:xfrm>
            <a:off x="3412565" y="1568584"/>
            <a:ext cx="6669741" cy="6335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 dirty="0" err="1"/>
              <a:t>woobo.online</a:t>
            </a:r>
            <a:endParaRPr lang="ko-KR" altLang="en-US" sz="3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665E05-AE7E-0DE4-1648-0F72F9B79204}"/>
              </a:ext>
            </a:extLst>
          </p:cNvPr>
          <p:cNvSpPr/>
          <p:nvPr/>
        </p:nvSpPr>
        <p:spPr>
          <a:xfrm>
            <a:off x="2796989" y="1572768"/>
            <a:ext cx="615576" cy="62657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692FB5-AEA1-86C6-B2C4-0B15630F1638}"/>
              </a:ext>
            </a:extLst>
          </p:cNvPr>
          <p:cNvSpPr/>
          <p:nvPr/>
        </p:nvSpPr>
        <p:spPr>
          <a:xfrm>
            <a:off x="2181413" y="1572768"/>
            <a:ext cx="615576" cy="62657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래픽 9" descr="주택 단색으로 채워진">
            <a:extLst>
              <a:ext uri="{FF2B5EF4-FFF2-40B4-BE49-F238E27FC236}">
                <a16:creationId xmlns:a16="http://schemas.microsoft.com/office/drawing/2014/main" id="{41B3B4B1-8D8C-83C2-D3DD-3673CE193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0773" y="1571333"/>
            <a:ext cx="628008" cy="628008"/>
          </a:xfrm>
          <a:prstGeom prst="rect">
            <a:avLst/>
          </a:prstGeom>
        </p:spPr>
      </p:pic>
      <p:pic>
        <p:nvPicPr>
          <p:cNvPr id="12" name="그래픽 11" descr="줄 화살표: 일자형 단색으로 채워진">
            <a:extLst>
              <a:ext uri="{FF2B5EF4-FFF2-40B4-BE49-F238E27FC236}">
                <a16:creationId xmlns:a16="http://schemas.microsoft.com/office/drawing/2014/main" id="{9515B633-8F4E-3C34-3F1D-3FE6CC6E5C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7269" y="1568584"/>
            <a:ext cx="626573" cy="626573"/>
          </a:xfrm>
          <a:prstGeom prst="rect">
            <a:avLst/>
          </a:prstGeom>
        </p:spPr>
      </p:pic>
      <p:pic>
        <p:nvPicPr>
          <p:cNvPr id="17" name="그림 16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CBC233-D453-5EAC-21C9-21DA66714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1413" y="2195157"/>
            <a:ext cx="7900893" cy="377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45BED-F7C4-AF73-CA4B-C63FB9DDB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1938E-9AD0-EAF5-697F-5C6915A8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실행</a:t>
            </a:r>
            <a:r>
              <a:rPr lang="en-US" altLang="ko-KR" dirty="0"/>
              <a:t>(WEB)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964845-FF6D-A377-D192-3EAE098EF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WEB</a:t>
            </a:r>
            <a:br>
              <a:rPr lang="en-US" altLang="ko-KR" dirty="0"/>
            </a:br>
            <a:r>
              <a:rPr lang="ko-KR" altLang="en-US" dirty="0"/>
              <a:t>주소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D2A3F9-1D8F-2550-0E65-90AB1DEA2364}"/>
              </a:ext>
            </a:extLst>
          </p:cNvPr>
          <p:cNvSpPr/>
          <p:nvPr/>
        </p:nvSpPr>
        <p:spPr>
          <a:xfrm>
            <a:off x="3412565" y="1568584"/>
            <a:ext cx="6669741" cy="6335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200" dirty="0" err="1"/>
              <a:t>woobo.online</a:t>
            </a:r>
            <a:endParaRPr lang="ko-KR" altLang="en-US" sz="3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7319B8-BFEC-2837-0149-C61B152F69D9}"/>
              </a:ext>
            </a:extLst>
          </p:cNvPr>
          <p:cNvSpPr/>
          <p:nvPr/>
        </p:nvSpPr>
        <p:spPr>
          <a:xfrm>
            <a:off x="2796989" y="1572768"/>
            <a:ext cx="615576" cy="62657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51BB03-AD03-D65E-A3BA-CDB474D06AB4}"/>
              </a:ext>
            </a:extLst>
          </p:cNvPr>
          <p:cNvSpPr/>
          <p:nvPr/>
        </p:nvSpPr>
        <p:spPr>
          <a:xfrm>
            <a:off x="2181413" y="1572768"/>
            <a:ext cx="615576" cy="62657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래픽 9" descr="주택 단색으로 채워진">
            <a:extLst>
              <a:ext uri="{FF2B5EF4-FFF2-40B4-BE49-F238E27FC236}">
                <a16:creationId xmlns:a16="http://schemas.microsoft.com/office/drawing/2014/main" id="{EAC69C81-28AC-CAA5-FEB9-1E60D15C2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0773" y="1571333"/>
            <a:ext cx="628008" cy="628008"/>
          </a:xfrm>
          <a:prstGeom prst="rect">
            <a:avLst/>
          </a:prstGeom>
        </p:spPr>
      </p:pic>
      <p:pic>
        <p:nvPicPr>
          <p:cNvPr id="12" name="그래픽 11" descr="줄 화살표: 일자형 단색으로 채워진">
            <a:extLst>
              <a:ext uri="{FF2B5EF4-FFF2-40B4-BE49-F238E27FC236}">
                <a16:creationId xmlns:a16="http://schemas.microsoft.com/office/drawing/2014/main" id="{2261CCB2-294A-49A6-35B3-B914BE997E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7269" y="1568584"/>
            <a:ext cx="626573" cy="626573"/>
          </a:xfrm>
          <a:prstGeom prst="rect">
            <a:avLst/>
          </a:prstGeom>
        </p:spPr>
      </p:pic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691751-1CF8-CD82-AD3E-BA90C104C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2565" y="2212503"/>
            <a:ext cx="1859197" cy="3986944"/>
          </a:xfrm>
          <a:prstGeom prst="rect">
            <a:avLst/>
          </a:prstGeom>
        </p:spPr>
      </p:pic>
      <p:sp>
        <p:nvSpPr>
          <p:cNvPr id="6" name="오른쪽 화살표 9">
            <a:extLst>
              <a:ext uri="{FF2B5EF4-FFF2-40B4-BE49-F238E27FC236}">
                <a16:creationId xmlns:a16="http://schemas.microsoft.com/office/drawing/2014/main" id="{E9F4D8E6-41B7-C4AD-4831-65E2C3064D8A}"/>
              </a:ext>
            </a:extLst>
          </p:cNvPr>
          <p:cNvSpPr/>
          <p:nvPr/>
        </p:nvSpPr>
        <p:spPr>
          <a:xfrm>
            <a:off x="5781949" y="4024876"/>
            <a:ext cx="397547" cy="362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6AC3B3-8A52-57A5-5A12-40F40FEA7103}"/>
              </a:ext>
            </a:extLst>
          </p:cNvPr>
          <p:cNvSpPr/>
          <p:nvPr/>
        </p:nvSpPr>
        <p:spPr>
          <a:xfrm>
            <a:off x="3494274" y="3177777"/>
            <a:ext cx="1695777" cy="5024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D93029-140D-955E-1B7B-3EB19DB8C5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9683" y="2217903"/>
            <a:ext cx="2024802" cy="39815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F067AE-94F5-50DD-7B2C-B8700B0B07A5}"/>
              </a:ext>
            </a:extLst>
          </p:cNvPr>
          <p:cNvSpPr txBox="1"/>
          <p:nvPr/>
        </p:nvSpPr>
        <p:spPr>
          <a:xfrm>
            <a:off x="8714485" y="3882808"/>
            <a:ext cx="2621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웹페이지 클릭</a:t>
            </a:r>
            <a:r>
              <a:rPr lang="en-US" altLang="ko-KR" dirty="0"/>
              <a:t>(</a:t>
            </a:r>
            <a:r>
              <a:rPr lang="ko-KR" altLang="en-US" dirty="0"/>
              <a:t>터치</a:t>
            </a:r>
            <a:r>
              <a:rPr lang="en-US" altLang="ko-KR" dirty="0"/>
              <a:t>) </a:t>
            </a:r>
            <a:r>
              <a:rPr lang="ko-KR" altLang="en-US" dirty="0"/>
              <a:t>시</a:t>
            </a:r>
            <a:endParaRPr lang="en-US" altLang="ko-KR" dirty="0"/>
          </a:p>
          <a:p>
            <a:r>
              <a:rPr lang="ko-KR" altLang="en-US" dirty="0"/>
              <a:t>통합관측 페이지로 이동</a:t>
            </a:r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3DBC51-18C1-9493-A101-6DF648D333C4}"/>
              </a:ext>
            </a:extLst>
          </p:cNvPr>
          <p:cNvSpPr/>
          <p:nvPr/>
        </p:nvSpPr>
        <p:spPr>
          <a:xfrm>
            <a:off x="7134989" y="5922704"/>
            <a:ext cx="347071" cy="292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954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CFD5A7-BDCF-C723-524F-39282E852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788" y="1376751"/>
            <a:ext cx="673793" cy="133244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설치</a:t>
            </a:r>
            <a:r>
              <a:rPr lang="en-US" altLang="ko-KR" dirty="0"/>
              <a:t>(</a:t>
            </a:r>
            <a:r>
              <a:rPr lang="ko-KR" altLang="en-US" dirty="0"/>
              <a:t>안드로이드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622729" y="2821192"/>
            <a:ext cx="8946541" cy="230806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“</a:t>
            </a:r>
            <a:r>
              <a:rPr lang="ko-KR" altLang="en-US" sz="2000" b="1" dirty="0">
                <a:solidFill>
                  <a:srgbClr val="FFC000"/>
                </a:solidFill>
              </a:rPr>
              <a:t>안드로이드</a:t>
            </a:r>
            <a:r>
              <a:rPr lang="en-US" altLang="ko-KR" sz="2000" b="1" dirty="0">
                <a:solidFill>
                  <a:srgbClr val="FFC000"/>
                </a:solidFill>
              </a:rPr>
              <a:t>”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를 클릭하면 자동으로 다운로드 됩니다</a:t>
            </a:r>
            <a:r>
              <a:rPr lang="en-US" altLang="ko-KR" sz="2000" b="1" dirty="0"/>
              <a:t>.</a:t>
            </a:r>
          </a:p>
          <a:p>
            <a:pPr lvl="1">
              <a:lnSpc>
                <a:spcPct val="170000"/>
              </a:lnSpc>
            </a:pPr>
            <a:r>
              <a:rPr lang="en-US" altLang="ko-KR" sz="2000" dirty="0">
                <a:solidFill>
                  <a:srgbClr val="FFFF00"/>
                </a:solidFill>
              </a:rPr>
              <a:t>“</a:t>
            </a:r>
            <a:r>
              <a:rPr lang="en-US" altLang="ko-KR" sz="2000" dirty="0" err="1">
                <a:solidFill>
                  <a:srgbClr val="FFFF00"/>
                </a:solidFill>
              </a:rPr>
              <a:t>com.woobo.online.apk</a:t>
            </a:r>
            <a:r>
              <a:rPr lang="en-US" altLang="ko-KR" sz="2000" dirty="0">
                <a:solidFill>
                  <a:srgbClr val="FFFF00"/>
                </a:solidFill>
              </a:rPr>
              <a:t>” </a:t>
            </a:r>
            <a:r>
              <a:rPr lang="ko-KR" altLang="en-US" sz="2000" dirty="0"/>
              <a:t>파일 다운로드 및 실행</a:t>
            </a:r>
            <a:endParaRPr lang="en-US" altLang="ko-KR" sz="2000" dirty="0"/>
          </a:p>
          <a:p>
            <a:pPr lvl="1">
              <a:lnSpc>
                <a:spcPct val="170000"/>
              </a:lnSpc>
            </a:pPr>
            <a:r>
              <a:rPr lang="en-US" altLang="ko-KR" sz="2000" dirty="0">
                <a:solidFill>
                  <a:srgbClr val="FFFF00"/>
                </a:solidFill>
              </a:rPr>
              <a:t>“</a:t>
            </a:r>
            <a:r>
              <a:rPr lang="ko-KR" altLang="en-US" sz="2000" dirty="0" err="1">
                <a:solidFill>
                  <a:srgbClr val="FFFF00"/>
                </a:solidFill>
              </a:rPr>
              <a:t>우보</a:t>
            </a:r>
            <a:r>
              <a:rPr lang="ko-KR" altLang="en-US" sz="2000" dirty="0">
                <a:solidFill>
                  <a:srgbClr val="FFFF00"/>
                </a:solidFill>
              </a:rPr>
              <a:t> 온라인</a:t>
            </a:r>
            <a:r>
              <a:rPr lang="en-US" altLang="ko-KR" sz="2000" dirty="0">
                <a:solidFill>
                  <a:srgbClr val="FFFF00"/>
                </a:solidFill>
              </a:rPr>
              <a:t>”</a:t>
            </a:r>
            <a:r>
              <a:rPr lang="ko-KR" altLang="en-US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/>
              <a:t>앱</a:t>
            </a:r>
            <a:r>
              <a:rPr lang="ko-KR" altLang="en-US" sz="2000" dirty="0">
                <a:solidFill>
                  <a:srgbClr val="FFFF00"/>
                </a:solidFill>
              </a:rPr>
              <a:t> 설치</a:t>
            </a:r>
            <a:r>
              <a:rPr lang="en-US" altLang="ko-KR" sz="2000" dirty="0">
                <a:solidFill>
                  <a:srgbClr val="FFFF00"/>
                </a:solidFill>
              </a:rPr>
              <a:t>(</a:t>
            </a:r>
            <a:r>
              <a:rPr lang="ko-KR" altLang="en-US" sz="2000" dirty="0">
                <a:solidFill>
                  <a:srgbClr val="FFFF00"/>
                </a:solidFill>
              </a:rPr>
              <a:t>업데이트</a:t>
            </a:r>
            <a:r>
              <a:rPr lang="en-US" altLang="ko-KR" sz="2000" dirty="0">
                <a:solidFill>
                  <a:srgbClr val="FFFF00"/>
                </a:solidFill>
              </a:rPr>
              <a:t>)</a:t>
            </a:r>
          </a:p>
          <a:p>
            <a:pPr lvl="1">
              <a:lnSpc>
                <a:spcPct val="170000"/>
              </a:lnSpc>
            </a:pPr>
            <a:r>
              <a:rPr lang="en-US" altLang="ko-KR" sz="2000" dirty="0">
                <a:solidFill>
                  <a:srgbClr val="FFFF00"/>
                </a:solidFill>
              </a:rPr>
              <a:t>“</a:t>
            </a:r>
            <a:r>
              <a:rPr lang="ko-KR" altLang="en-US" sz="2000" dirty="0" err="1">
                <a:solidFill>
                  <a:srgbClr val="FFFF00"/>
                </a:solidFill>
              </a:rPr>
              <a:t>우보</a:t>
            </a:r>
            <a:r>
              <a:rPr lang="ko-KR" altLang="en-US" sz="2000" dirty="0">
                <a:solidFill>
                  <a:srgbClr val="FFFF00"/>
                </a:solidFill>
              </a:rPr>
              <a:t> 온라인</a:t>
            </a:r>
            <a:r>
              <a:rPr lang="en-US" altLang="ko-KR" sz="2000" dirty="0">
                <a:solidFill>
                  <a:srgbClr val="FFFF00"/>
                </a:solidFill>
              </a:rPr>
              <a:t>”</a:t>
            </a:r>
            <a:r>
              <a:rPr lang="ko-KR" altLang="en-US" sz="2000" dirty="0"/>
              <a:t> 아이콘 생성</a:t>
            </a:r>
            <a:endParaRPr lang="en-US" altLang="ko-KR" sz="2000" dirty="0"/>
          </a:p>
          <a:p>
            <a:pPr lvl="1">
              <a:lnSpc>
                <a:spcPct val="170000"/>
              </a:lnSpc>
            </a:pPr>
            <a:r>
              <a:rPr lang="en-US" altLang="ko-KR" sz="2000" dirty="0">
                <a:solidFill>
                  <a:srgbClr val="FFFF00"/>
                </a:solidFill>
              </a:rPr>
              <a:t>“</a:t>
            </a:r>
            <a:r>
              <a:rPr lang="ko-KR" altLang="en-US" sz="2000" dirty="0" err="1">
                <a:solidFill>
                  <a:srgbClr val="FFFF00"/>
                </a:solidFill>
              </a:rPr>
              <a:t>우보</a:t>
            </a:r>
            <a:r>
              <a:rPr lang="ko-KR" altLang="en-US" sz="2000" dirty="0">
                <a:solidFill>
                  <a:srgbClr val="FFFF00"/>
                </a:solidFill>
              </a:rPr>
              <a:t> 온라인</a:t>
            </a:r>
            <a:r>
              <a:rPr lang="en-US" altLang="ko-KR" sz="2000" dirty="0">
                <a:solidFill>
                  <a:srgbClr val="FFFF00"/>
                </a:solidFill>
              </a:rPr>
              <a:t>”</a:t>
            </a:r>
            <a:r>
              <a:rPr lang="en-US" altLang="ko-KR" sz="2000" dirty="0"/>
              <a:t> </a:t>
            </a:r>
            <a:r>
              <a:rPr lang="ko-KR" altLang="en-US" sz="2000" dirty="0"/>
              <a:t>아이콘 실행</a:t>
            </a:r>
            <a:endParaRPr lang="en-US" altLang="ko-KR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4225365" y="6171628"/>
            <a:ext cx="1941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모바일 앱 바로가기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9E95D67-75FE-EF2B-4D0D-E51C2EDCB3DF}"/>
              </a:ext>
            </a:extLst>
          </p:cNvPr>
          <p:cNvGrpSpPr/>
          <p:nvPr/>
        </p:nvGrpSpPr>
        <p:grpSpPr>
          <a:xfrm>
            <a:off x="1716788" y="1824198"/>
            <a:ext cx="7676693" cy="4240498"/>
            <a:chOff x="1596460" y="1866725"/>
            <a:chExt cx="7676693" cy="4240498"/>
          </a:xfrm>
        </p:grpSpPr>
        <p:grpSp>
          <p:nvGrpSpPr>
            <p:cNvPr id="16" name="그룹 15"/>
            <p:cNvGrpSpPr/>
            <p:nvPr/>
          </p:nvGrpSpPr>
          <p:grpSpPr>
            <a:xfrm>
              <a:off x="2376827" y="1866725"/>
              <a:ext cx="6896326" cy="4240498"/>
              <a:chOff x="1055285" y="2586293"/>
              <a:chExt cx="6896326" cy="4240498"/>
            </a:xfrm>
          </p:grpSpPr>
          <p:sp>
            <p:nvSpPr>
              <p:cNvPr id="9" name="오른쪽 화살표 8"/>
              <p:cNvSpPr/>
              <p:nvPr/>
            </p:nvSpPr>
            <p:spPr>
              <a:xfrm>
                <a:off x="1055285" y="2586293"/>
                <a:ext cx="397547" cy="36219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오른쪽 화살표 9"/>
              <p:cNvSpPr/>
              <p:nvPr/>
            </p:nvSpPr>
            <p:spPr>
              <a:xfrm>
                <a:off x="3114387" y="2586293"/>
                <a:ext cx="397547" cy="36219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오른쪽 화살표 10"/>
              <p:cNvSpPr/>
              <p:nvPr/>
            </p:nvSpPr>
            <p:spPr>
              <a:xfrm>
                <a:off x="5367929" y="2586293"/>
                <a:ext cx="397547" cy="36219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오른쪽 화살표 10">
                <a:extLst>
                  <a:ext uri="{FF2B5EF4-FFF2-40B4-BE49-F238E27FC236}">
                    <a16:creationId xmlns:a16="http://schemas.microsoft.com/office/drawing/2014/main" id="{F96EFB98-FF27-BB43-4798-4FBD795A97D2}"/>
                  </a:ext>
                </a:extLst>
              </p:cNvPr>
              <p:cNvSpPr/>
              <p:nvPr/>
            </p:nvSpPr>
            <p:spPr>
              <a:xfrm>
                <a:off x="7554064" y="2586293"/>
                <a:ext cx="397547" cy="36219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오른쪽 화살표 10">
                <a:extLst>
                  <a:ext uri="{FF2B5EF4-FFF2-40B4-BE49-F238E27FC236}">
                    <a16:creationId xmlns:a16="http://schemas.microsoft.com/office/drawing/2014/main" id="{2FDCBD7D-A2F2-2FC3-3328-907A1FC3395E}"/>
                  </a:ext>
                </a:extLst>
              </p:cNvPr>
              <p:cNvSpPr/>
              <p:nvPr/>
            </p:nvSpPr>
            <p:spPr>
              <a:xfrm rot="10800000">
                <a:off x="7554064" y="6464594"/>
                <a:ext cx="397547" cy="36219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오른쪽 화살표 10">
                <a:extLst>
                  <a:ext uri="{FF2B5EF4-FFF2-40B4-BE49-F238E27FC236}">
                    <a16:creationId xmlns:a16="http://schemas.microsoft.com/office/drawing/2014/main" id="{CCBD2DA9-50F4-B2C0-2429-C20B30F99892}"/>
                  </a:ext>
                </a:extLst>
              </p:cNvPr>
              <p:cNvSpPr/>
              <p:nvPr/>
            </p:nvSpPr>
            <p:spPr>
              <a:xfrm rot="10800000">
                <a:off x="5030030" y="6389464"/>
                <a:ext cx="397547" cy="36219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84EDBBF-47D5-D357-D969-17926BCFC250}"/>
                </a:ext>
              </a:extLst>
            </p:cNvPr>
            <p:cNvSpPr/>
            <p:nvPr/>
          </p:nvSpPr>
          <p:spPr>
            <a:xfrm>
              <a:off x="1596460" y="1914235"/>
              <a:ext cx="673793" cy="2260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8" name="그림 2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80FAB5-CCA6-1BF7-07A2-4C4EA2C2FD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2" r="1522"/>
          <a:stretch>
            <a:fillRect/>
          </a:stretch>
        </p:blipFill>
        <p:spPr>
          <a:xfrm>
            <a:off x="2987726" y="1529808"/>
            <a:ext cx="1461957" cy="950976"/>
          </a:xfrm>
          <a:prstGeom prst="rect">
            <a:avLst/>
          </a:prstGeom>
        </p:spPr>
      </p:pic>
      <p:pic>
        <p:nvPicPr>
          <p:cNvPr id="30" name="그림 29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DDC3E9-F5C4-0EE0-842B-A5F3BCC91F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47" r="1"/>
          <a:stretch>
            <a:fillRect/>
          </a:stretch>
        </p:blipFill>
        <p:spPr>
          <a:xfrm>
            <a:off x="5046828" y="1529808"/>
            <a:ext cx="1656397" cy="626444"/>
          </a:xfrm>
          <a:prstGeom prst="rect">
            <a:avLst/>
          </a:prstGeom>
        </p:spPr>
      </p:pic>
      <p:pic>
        <p:nvPicPr>
          <p:cNvPr id="32" name="그림 3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460169-A870-C818-AFBE-E72FA94AE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6827" y="2156253"/>
            <a:ext cx="1656398" cy="324531"/>
          </a:xfrm>
          <a:prstGeom prst="rect">
            <a:avLst/>
          </a:prstGeom>
        </p:spPr>
      </p:pic>
      <p:pic>
        <p:nvPicPr>
          <p:cNvPr id="34" name="그림 33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E28461-0963-AB7B-72A6-3BBD17B182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0369" y="1529807"/>
            <a:ext cx="1571664" cy="950975"/>
          </a:xfrm>
          <a:prstGeom prst="rect">
            <a:avLst/>
          </a:prstGeom>
        </p:spPr>
      </p:pic>
      <p:pic>
        <p:nvPicPr>
          <p:cNvPr id="36" name="그림 35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F6F401-F00F-3FC0-EFB6-2DFB74A0A0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8663" y="1588244"/>
            <a:ext cx="1900625" cy="927551"/>
          </a:xfrm>
          <a:prstGeom prst="rect">
            <a:avLst/>
          </a:prstGeom>
        </p:spPr>
      </p:pic>
      <p:pic>
        <p:nvPicPr>
          <p:cNvPr id="39" name="그림 3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516B42-61FE-04EA-9B21-82FA715A6E8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36"/>
          <a:stretch>
            <a:fillRect/>
          </a:stretch>
        </p:blipFill>
        <p:spPr>
          <a:xfrm>
            <a:off x="9508663" y="3540339"/>
            <a:ext cx="1899068" cy="1080176"/>
          </a:xfrm>
          <a:prstGeom prst="rect">
            <a:avLst/>
          </a:prstGeom>
        </p:spPr>
      </p:pic>
      <p:sp>
        <p:nvSpPr>
          <p:cNvPr id="40" name="오른쪽 화살표 10">
            <a:extLst>
              <a:ext uri="{FF2B5EF4-FFF2-40B4-BE49-F238E27FC236}">
                <a16:creationId xmlns:a16="http://schemas.microsoft.com/office/drawing/2014/main" id="{679A0C9F-179F-AD86-9BD1-D5704AD68465}"/>
              </a:ext>
            </a:extLst>
          </p:cNvPr>
          <p:cNvSpPr/>
          <p:nvPr/>
        </p:nvSpPr>
        <p:spPr>
          <a:xfrm rot="5400000">
            <a:off x="10259422" y="2848343"/>
            <a:ext cx="397547" cy="362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615526-4CF8-61F5-0A0C-3FFEDBE7EF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3771" y="5445309"/>
            <a:ext cx="1893959" cy="876579"/>
          </a:xfrm>
          <a:prstGeom prst="rect">
            <a:avLst/>
          </a:prstGeom>
        </p:spPr>
      </p:pic>
      <p:sp>
        <p:nvSpPr>
          <p:cNvPr id="43" name="오른쪽 화살표 10">
            <a:extLst>
              <a:ext uri="{FF2B5EF4-FFF2-40B4-BE49-F238E27FC236}">
                <a16:creationId xmlns:a16="http://schemas.microsoft.com/office/drawing/2014/main" id="{99D52540-2E5D-7D60-9FA1-81285C881D0D}"/>
              </a:ext>
            </a:extLst>
          </p:cNvPr>
          <p:cNvSpPr/>
          <p:nvPr/>
        </p:nvSpPr>
        <p:spPr>
          <a:xfrm rot="5400000">
            <a:off x="10259423" y="4753313"/>
            <a:ext cx="397547" cy="362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 descr="텍스트, 스크린샷, 폰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79A36B-CA06-8668-1936-A7EC5A62AF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2128" y="5445309"/>
            <a:ext cx="1858569" cy="876579"/>
          </a:xfrm>
          <a:prstGeom prst="rect">
            <a:avLst/>
          </a:prstGeom>
        </p:spPr>
      </p:pic>
      <p:pic>
        <p:nvPicPr>
          <p:cNvPr id="48" name="그림 47" descr="스크린샷, 텍스트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410E1F-B033-8BD3-6792-E4BF74CEB30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6384"/>
          <a:stretch>
            <a:fillRect/>
          </a:stretch>
        </p:blipFill>
        <p:spPr>
          <a:xfrm>
            <a:off x="4255247" y="5445309"/>
            <a:ext cx="2050422" cy="72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2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/>
          <p:cNvCxnSpPr>
            <a:cxnSpLocks/>
          </p:cNvCxnSpPr>
          <p:nvPr/>
        </p:nvCxnSpPr>
        <p:spPr>
          <a:xfrm flipV="1">
            <a:off x="3490695" y="1707481"/>
            <a:ext cx="6045882" cy="892219"/>
          </a:xfrm>
          <a:prstGeom prst="line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cxnSpLocks/>
          </p:cNvCxnSpPr>
          <p:nvPr/>
        </p:nvCxnSpPr>
        <p:spPr>
          <a:xfrm>
            <a:off x="3490695" y="2599700"/>
            <a:ext cx="6045882" cy="884667"/>
          </a:xfrm>
          <a:prstGeom prst="line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실행</a:t>
            </a:r>
            <a:r>
              <a:rPr lang="en-US" altLang="ko-KR" dirty="0"/>
              <a:t>(</a:t>
            </a:r>
            <a:r>
              <a:rPr lang="ko-KR" altLang="en-US" dirty="0"/>
              <a:t>안드로이드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0560" y="4601209"/>
            <a:ext cx="10826496" cy="126656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FFC000"/>
                </a:solidFill>
              </a:rPr>
              <a:t>“</a:t>
            </a:r>
            <a:r>
              <a:rPr lang="ko-KR" altLang="en-US" dirty="0">
                <a:solidFill>
                  <a:srgbClr val="FFC000"/>
                </a:solidFill>
              </a:rPr>
              <a:t>모바일 화면</a:t>
            </a:r>
            <a:r>
              <a:rPr lang="en-US" altLang="ko-KR" dirty="0">
                <a:solidFill>
                  <a:srgbClr val="FFC000"/>
                </a:solidFill>
              </a:rPr>
              <a:t>” </a:t>
            </a:r>
            <a:r>
              <a:rPr lang="ko-KR" altLang="en-US" dirty="0"/>
              <a:t>에서 「</a:t>
            </a:r>
            <a:r>
              <a:rPr lang="en-US" altLang="ko-KR" dirty="0">
                <a:solidFill>
                  <a:srgbClr val="FFFF00"/>
                </a:solidFill>
              </a:rPr>
              <a:t> “</a:t>
            </a:r>
            <a:r>
              <a:rPr lang="ko-KR" altLang="en-US" dirty="0" err="1">
                <a:solidFill>
                  <a:srgbClr val="FFFF00"/>
                </a:solidFill>
              </a:rPr>
              <a:t>우보</a:t>
            </a:r>
            <a:r>
              <a:rPr lang="ko-KR" altLang="en-US" dirty="0">
                <a:solidFill>
                  <a:srgbClr val="FFFF00"/>
                </a:solidFill>
              </a:rPr>
              <a:t> 온라인</a:t>
            </a:r>
            <a:r>
              <a:rPr lang="en-US" altLang="ko-KR" dirty="0">
                <a:solidFill>
                  <a:srgbClr val="FFFF00"/>
                </a:solidFill>
              </a:rPr>
              <a:t>” </a:t>
            </a:r>
            <a:r>
              <a:rPr lang="ko-KR" altLang="en-US" dirty="0"/>
              <a:t>」을 </a:t>
            </a:r>
            <a:r>
              <a:rPr lang="en-US" altLang="ko-KR" dirty="0">
                <a:solidFill>
                  <a:srgbClr val="FFC000"/>
                </a:solidFill>
              </a:rPr>
              <a:t>“</a:t>
            </a:r>
            <a:r>
              <a:rPr lang="ko-KR" altLang="en-US" dirty="0">
                <a:solidFill>
                  <a:srgbClr val="FFC000"/>
                </a:solidFill>
              </a:rPr>
              <a:t>터치하여 실행</a:t>
            </a:r>
            <a:r>
              <a:rPr lang="en-US" altLang="ko-KR" dirty="0">
                <a:solidFill>
                  <a:srgbClr val="FFC000"/>
                </a:solidFill>
              </a:rPr>
              <a:t>”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FFC000"/>
                </a:solidFill>
              </a:rPr>
              <a:t>“</a:t>
            </a:r>
            <a:r>
              <a:rPr lang="ko-KR" altLang="en-US" dirty="0" err="1">
                <a:solidFill>
                  <a:srgbClr val="FFC000"/>
                </a:solidFill>
              </a:rPr>
              <a:t>우보</a:t>
            </a:r>
            <a:r>
              <a:rPr lang="ko-KR" altLang="en-US" dirty="0">
                <a:solidFill>
                  <a:srgbClr val="FFC000"/>
                </a:solidFill>
              </a:rPr>
              <a:t> 온라인</a:t>
            </a:r>
            <a:r>
              <a:rPr lang="en-US" altLang="ko-KR" dirty="0">
                <a:solidFill>
                  <a:srgbClr val="FFC000"/>
                </a:solidFill>
              </a:rPr>
              <a:t>”</a:t>
            </a:r>
            <a:r>
              <a:rPr lang="ko-KR" altLang="en-US" dirty="0">
                <a:solidFill>
                  <a:srgbClr val="FFC000"/>
                </a:solidFill>
              </a:rPr>
              <a:t> </a:t>
            </a:r>
            <a:r>
              <a:rPr lang="ko-KR" altLang="en-US" dirty="0"/>
              <a:t>페이지로 </a:t>
            </a:r>
            <a:r>
              <a:rPr lang="en-US" altLang="ko-KR" dirty="0">
                <a:solidFill>
                  <a:srgbClr val="FFC000"/>
                </a:solidFill>
              </a:rPr>
              <a:t>“</a:t>
            </a:r>
            <a:r>
              <a:rPr lang="ko-KR" altLang="en-US" dirty="0">
                <a:solidFill>
                  <a:srgbClr val="FFC000"/>
                </a:solidFill>
              </a:rPr>
              <a:t>자동으로 연결</a:t>
            </a:r>
            <a:r>
              <a:rPr lang="en-US" altLang="ko-KR" dirty="0">
                <a:solidFill>
                  <a:srgbClr val="FFC000"/>
                </a:solidFill>
              </a:rPr>
              <a:t>” </a:t>
            </a:r>
            <a:r>
              <a:rPr lang="ko-KR" altLang="en-US" dirty="0"/>
              <a:t>됩니다</a:t>
            </a:r>
            <a:r>
              <a:rPr lang="en-US" altLang="ko-KR" dirty="0"/>
              <a:t>.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4498304" y="2416915"/>
            <a:ext cx="397547" cy="362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 6"/>
          <p:cNvSpPr/>
          <p:nvPr/>
        </p:nvSpPr>
        <p:spPr>
          <a:xfrm>
            <a:off x="7019605" y="2416915"/>
            <a:ext cx="397547" cy="362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673803" y="3769050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프로그램 실행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9984" y="3787765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프로그램 로딩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0909" y="3783025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프로그램 실행 화면</a:t>
            </a:r>
          </a:p>
        </p:txBody>
      </p:sp>
      <p:pic>
        <p:nvPicPr>
          <p:cNvPr id="15" name="그림 14" descr="로고, 상징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449CF8-8768-B2A9-0C95-EBBFAC5A8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508" y="2376501"/>
            <a:ext cx="460373" cy="4603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397B3EC-B878-C06C-85F8-37DDB1409160}"/>
              </a:ext>
            </a:extLst>
          </p:cNvPr>
          <p:cNvSpPr txBox="1"/>
          <p:nvPr/>
        </p:nvSpPr>
        <p:spPr>
          <a:xfrm>
            <a:off x="2628198" y="2866193"/>
            <a:ext cx="1724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우보</a:t>
            </a:r>
            <a:r>
              <a:rPr lang="ko-KR" altLang="en-US" sz="1200" dirty="0"/>
              <a:t> 온라인</a:t>
            </a:r>
          </a:p>
        </p:txBody>
      </p:sp>
      <p:pic>
        <p:nvPicPr>
          <p:cNvPr id="18" name="그림 17" descr="스크린샷, 텍스트, 블랙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C973FC-EB33-1A19-3BC9-9418CB73E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941" y="1776430"/>
            <a:ext cx="778844" cy="1660513"/>
          </a:xfrm>
          <a:prstGeom prst="rect">
            <a:avLst/>
          </a:prstGeom>
        </p:spPr>
      </p:pic>
      <p:pic>
        <p:nvPicPr>
          <p:cNvPr id="20" name="그림 19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9BB72D-BACA-7FA7-6BFA-90B9CFB1C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793" y="1158232"/>
            <a:ext cx="1207798" cy="259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7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F150F-67B6-1452-D59F-6226B9EB8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90" y="1744485"/>
            <a:ext cx="6693891" cy="320113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화면 구성</a:t>
            </a:r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401882"/>
              </p:ext>
            </p:extLst>
          </p:nvPr>
        </p:nvGraphicFramePr>
        <p:xfrm>
          <a:off x="7547896" y="1423244"/>
          <a:ext cx="4179117" cy="4436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85034" y="32443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③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763775" y="1391238"/>
            <a:ext cx="6698262" cy="3502924"/>
            <a:chOff x="818673" y="1386087"/>
            <a:chExt cx="7776391" cy="4066741"/>
          </a:xfrm>
        </p:grpSpPr>
        <p:sp>
          <p:nvSpPr>
            <p:cNvPr id="8" name="직사각형 7"/>
            <p:cNvSpPr/>
            <p:nvPr/>
          </p:nvSpPr>
          <p:spPr>
            <a:xfrm>
              <a:off x="838197" y="1810067"/>
              <a:ext cx="7756866" cy="16717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8673" y="193791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08879" y="138608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38198" y="1977240"/>
              <a:ext cx="7756866" cy="40431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38196" y="2381555"/>
              <a:ext cx="7756867" cy="27405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76792" y="508349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④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C0BCD2-4D64-255A-22B5-023B6E96E778}"/>
              </a:ext>
            </a:extLst>
          </p:cNvPr>
          <p:cNvSpPr/>
          <p:nvPr/>
        </p:nvSpPr>
        <p:spPr>
          <a:xfrm>
            <a:off x="780592" y="4609306"/>
            <a:ext cx="6681444" cy="3482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72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F88CF9A-0E07-762B-87BD-26696C409D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65"/>
          <a:stretch>
            <a:fillRect/>
          </a:stretch>
        </p:blipFill>
        <p:spPr>
          <a:xfrm>
            <a:off x="2326601" y="1562203"/>
            <a:ext cx="7403248" cy="34157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메뉴 구성 </a:t>
            </a:r>
            <a:r>
              <a:rPr lang="en-US" altLang="ko-KR" dirty="0"/>
              <a:t>(</a:t>
            </a:r>
            <a:r>
              <a:rPr lang="ko-KR" altLang="en-US" dirty="0"/>
              <a:t>전체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802139"/>
              </p:ext>
            </p:extLst>
          </p:nvPr>
        </p:nvGraphicFramePr>
        <p:xfrm>
          <a:off x="2326600" y="2081017"/>
          <a:ext cx="7765476" cy="4393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2462152" y="1155020"/>
            <a:ext cx="7118132" cy="730955"/>
            <a:chOff x="2462152" y="1434644"/>
            <a:chExt cx="7118132" cy="542596"/>
          </a:xfrm>
        </p:grpSpPr>
        <p:sp>
          <p:nvSpPr>
            <p:cNvPr id="12" name="TextBox 11"/>
            <p:cNvSpPr txBox="1"/>
            <p:nvPr/>
          </p:nvSpPr>
          <p:spPr>
            <a:xfrm>
              <a:off x="2935519" y="144023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047141" y="143464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66206" y="144023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28096" y="144023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16AC9E1-3E4B-46D7-7C02-2DD5704EE563}"/>
                </a:ext>
              </a:extLst>
            </p:cNvPr>
            <p:cNvSpPr/>
            <p:nvPr/>
          </p:nvSpPr>
          <p:spPr>
            <a:xfrm>
              <a:off x="8397078" y="1733978"/>
              <a:ext cx="1183206" cy="2432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CB4061-625B-A6D3-2C26-6AB994BA6AAC}"/>
                </a:ext>
              </a:extLst>
            </p:cNvPr>
            <p:cNvSpPr txBox="1"/>
            <p:nvPr/>
          </p:nvSpPr>
          <p:spPr>
            <a:xfrm>
              <a:off x="7631471" y="1440239"/>
              <a:ext cx="415498" cy="2741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⑤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F6520A4-651A-D28D-8AFA-59D998AEE2B8}"/>
                </a:ext>
              </a:extLst>
            </p:cNvPr>
            <p:cNvSpPr txBox="1"/>
            <p:nvPr/>
          </p:nvSpPr>
          <p:spPr>
            <a:xfrm>
              <a:off x="8769044" y="1440239"/>
              <a:ext cx="415498" cy="2741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⑥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12CDE66-5446-BDC6-1C28-C77C82071863}"/>
                </a:ext>
              </a:extLst>
            </p:cNvPr>
            <p:cNvSpPr/>
            <p:nvPr/>
          </p:nvSpPr>
          <p:spPr>
            <a:xfrm>
              <a:off x="7214716" y="1733978"/>
              <a:ext cx="1183206" cy="2432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DCDED5E-CAC6-A566-E35C-AAEA14AE3384}"/>
                </a:ext>
              </a:extLst>
            </p:cNvPr>
            <p:cNvSpPr/>
            <p:nvPr/>
          </p:nvSpPr>
          <p:spPr>
            <a:xfrm>
              <a:off x="6024238" y="1733978"/>
              <a:ext cx="1183206" cy="2432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7627CD1-973A-0A44-4E92-5B4B24F001F9}"/>
                </a:ext>
              </a:extLst>
            </p:cNvPr>
            <p:cNvSpPr/>
            <p:nvPr/>
          </p:nvSpPr>
          <p:spPr>
            <a:xfrm>
              <a:off x="4833761" y="1733978"/>
              <a:ext cx="1183206" cy="2432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87DD99B-547F-A05E-0128-01D7DBD06C9A}"/>
                </a:ext>
              </a:extLst>
            </p:cNvPr>
            <p:cNvSpPr/>
            <p:nvPr/>
          </p:nvSpPr>
          <p:spPr>
            <a:xfrm>
              <a:off x="3652272" y="1733978"/>
              <a:ext cx="1183206" cy="2432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19A3F0A7-7D94-6CBF-0BD5-2AA87E280378}"/>
                </a:ext>
              </a:extLst>
            </p:cNvPr>
            <p:cNvSpPr/>
            <p:nvPr/>
          </p:nvSpPr>
          <p:spPr>
            <a:xfrm>
              <a:off x="2462152" y="1733978"/>
              <a:ext cx="1183206" cy="2432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9774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58998-983E-60A9-C945-FE85B6C77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2ED5FB-7210-DBF0-00CC-8ED85C20B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63" y="2057800"/>
            <a:ext cx="4382112" cy="37629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D7664C1-05B3-C595-F8C6-896F91530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 </a:t>
            </a:r>
            <a:r>
              <a:rPr lang="en-US" altLang="ko-KR" dirty="0"/>
              <a:t>(1. </a:t>
            </a:r>
            <a:r>
              <a:rPr lang="ko-KR" altLang="en-US" dirty="0"/>
              <a:t>지도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02D9A94-F755-8D8E-2004-2E80136C3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331175"/>
              </p:ext>
            </p:extLst>
          </p:nvPr>
        </p:nvGraphicFramePr>
        <p:xfrm>
          <a:off x="5543149" y="1408176"/>
          <a:ext cx="5571932" cy="468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2EFCCF6-117C-9D17-8213-6C8A47B8D1BB}"/>
              </a:ext>
            </a:extLst>
          </p:cNvPr>
          <p:cNvSpPr txBox="1"/>
          <p:nvPr/>
        </p:nvSpPr>
        <p:spPr>
          <a:xfrm>
            <a:off x="749658" y="250588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4D2D4C-F488-CE68-B89C-ED46916823F8}"/>
              </a:ext>
            </a:extLst>
          </p:cNvPr>
          <p:cNvSpPr/>
          <p:nvPr/>
        </p:nvSpPr>
        <p:spPr>
          <a:xfrm>
            <a:off x="744463" y="2505883"/>
            <a:ext cx="4380135" cy="2866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224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F46170-5BC8-46F0-27AB-F97D0528C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66" y="1825624"/>
            <a:ext cx="2294013" cy="45751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 </a:t>
            </a:r>
            <a:r>
              <a:rPr lang="en-US" altLang="ko-KR" dirty="0"/>
              <a:t>(2. </a:t>
            </a:r>
            <a:r>
              <a:rPr lang="ko-KR" altLang="en-US" dirty="0"/>
              <a:t>통합관측 </a:t>
            </a:r>
            <a:r>
              <a:rPr lang="en-US" altLang="ko-KR" dirty="0"/>
              <a:t>1/3)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4795833"/>
              </p:ext>
            </p:extLst>
          </p:nvPr>
        </p:nvGraphicFramePr>
        <p:xfrm>
          <a:off x="3140787" y="1825625"/>
          <a:ext cx="5571932" cy="468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79371" y="30052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57" y="21873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377595-774A-A5F7-093C-994380DF4FE9}"/>
              </a:ext>
            </a:extLst>
          </p:cNvPr>
          <p:cNvSpPr/>
          <p:nvPr/>
        </p:nvSpPr>
        <p:spPr>
          <a:xfrm>
            <a:off x="794870" y="2187388"/>
            <a:ext cx="2157505" cy="782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AE9590-8C01-3EE9-F724-E0287B30F895}"/>
              </a:ext>
            </a:extLst>
          </p:cNvPr>
          <p:cNvCxnSpPr/>
          <p:nvPr/>
        </p:nvCxnSpPr>
        <p:spPr>
          <a:xfrm>
            <a:off x="1237129" y="2477571"/>
            <a:ext cx="1404471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451E34B-3793-2010-9A16-F8D507D9503A}"/>
              </a:ext>
            </a:extLst>
          </p:cNvPr>
          <p:cNvCxnSpPr/>
          <p:nvPr/>
        </p:nvCxnSpPr>
        <p:spPr>
          <a:xfrm>
            <a:off x="872565" y="2641602"/>
            <a:ext cx="0" cy="2053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410D81-34D0-EF85-E680-A06B3FD44B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4432" y="1838420"/>
            <a:ext cx="1100647" cy="1436600"/>
          </a:xfrm>
          <a:prstGeom prst="rect">
            <a:avLst/>
          </a:prstGeom>
        </p:spPr>
      </p:pic>
      <p:pic>
        <p:nvPicPr>
          <p:cNvPr id="18" name="그림 1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5B91DC-B132-6DC0-3CEF-6B6C49A953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4432" y="3287815"/>
            <a:ext cx="1076838" cy="1436600"/>
          </a:xfrm>
          <a:prstGeom prst="rect">
            <a:avLst/>
          </a:prstGeom>
        </p:spPr>
      </p:pic>
      <p:pic>
        <p:nvPicPr>
          <p:cNvPr id="20" name="그림 19" descr="텍스트, 스크린샷, 폰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E123C8-46AB-7BB6-0C1D-9DAD937887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6540" y="3287815"/>
            <a:ext cx="1076838" cy="577880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3536057-95AA-AED7-150F-C42089D846B9}"/>
              </a:ext>
            </a:extLst>
          </p:cNvPr>
          <p:cNvCxnSpPr>
            <a:cxnSpLocks/>
          </p:cNvCxnSpPr>
          <p:nvPr/>
        </p:nvCxnSpPr>
        <p:spPr>
          <a:xfrm>
            <a:off x="10093290" y="3466351"/>
            <a:ext cx="0" cy="1477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그림 27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93D30B-E020-B920-A2BB-D1630C9413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4433" y="5439394"/>
            <a:ext cx="2820914" cy="513171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C1555AC-5836-A6CD-5E0E-1D45EA0C4818}"/>
              </a:ext>
            </a:extLst>
          </p:cNvPr>
          <p:cNvCxnSpPr/>
          <p:nvPr/>
        </p:nvCxnSpPr>
        <p:spPr>
          <a:xfrm>
            <a:off x="10536515" y="5568576"/>
            <a:ext cx="0" cy="2053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EB8F47C-5FF2-0545-EF4F-13CECF592CE7}"/>
              </a:ext>
            </a:extLst>
          </p:cNvPr>
          <p:cNvSpPr/>
          <p:nvPr/>
        </p:nvSpPr>
        <p:spPr>
          <a:xfrm>
            <a:off x="9197788" y="5516282"/>
            <a:ext cx="997102" cy="2575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6595C6-A5C4-2053-1A3D-64A2FABCA7D4}"/>
              </a:ext>
            </a:extLst>
          </p:cNvPr>
          <p:cNvSpPr/>
          <p:nvPr/>
        </p:nvSpPr>
        <p:spPr>
          <a:xfrm>
            <a:off x="794870" y="2957466"/>
            <a:ext cx="2157505" cy="490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4ABD576-C128-1BB5-77EF-CCA92B2F3699}"/>
              </a:ext>
            </a:extLst>
          </p:cNvPr>
          <p:cNvSpPr/>
          <p:nvPr/>
        </p:nvSpPr>
        <p:spPr>
          <a:xfrm>
            <a:off x="9128089" y="1854902"/>
            <a:ext cx="183249" cy="129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B75FFCD-435D-9E91-11E0-2317B91B2A90}"/>
              </a:ext>
            </a:extLst>
          </p:cNvPr>
          <p:cNvSpPr/>
          <p:nvPr/>
        </p:nvSpPr>
        <p:spPr>
          <a:xfrm>
            <a:off x="9128089" y="1984480"/>
            <a:ext cx="458166" cy="12785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5B93B5C-46C4-AA95-1DC4-783B40702F15}"/>
              </a:ext>
            </a:extLst>
          </p:cNvPr>
          <p:cNvSpPr/>
          <p:nvPr/>
        </p:nvSpPr>
        <p:spPr>
          <a:xfrm>
            <a:off x="8784431" y="3448423"/>
            <a:ext cx="1076838" cy="12785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868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66C0E-756A-5327-FBB1-4BC22443D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텍스트, 지도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E017ED-C9BE-118F-1462-D05624BEE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681" y="1855507"/>
            <a:ext cx="1585101" cy="3153810"/>
          </a:xfrm>
          <a:prstGeom prst="rect">
            <a:avLst/>
          </a:prstGeom>
        </p:spPr>
      </p:pic>
      <p:pic>
        <p:nvPicPr>
          <p:cNvPr id="10" name="그림 9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8BCC33-1614-E0CB-5B37-3E5C864E3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70" y="1843555"/>
            <a:ext cx="1571812" cy="31657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532C67-6C41-D342-D08F-A1B53DE1E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 </a:t>
            </a:r>
            <a:r>
              <a:rPr lang="en-US" altLang="ko-KR" dirty="0"/>
              <a:t>(2. </a:t>
            </a:r>
            <a:r>
              <a:rPr lang="ko-KR" altLang="en-US" dirty="0"/>
              <a:t>통합관측 </a:t>
            </a:r>
            <a:r>
              <a:rPr lang="en-US" altLang="ko-KR" dirty="0"/>
              <a:t>2/3)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324B156-EB44-6B58-F389-57484D3871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798988"/>
              </p:ext>
            </p:extLst>
          </p:nvPr>
        </p:nvGraphicFramePr>
        <p:xfrm>
          <a:off x="4228504" y="1825625"/>
          <a:ext cx="5949426" cy="468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DA079DE-71BE-5BAE-49DE-77F40702B670}"/>
              </a:ext>
            </a:extLst>
          </p:cNvPr>
          <p:cNvSpPr txBox="1"/>
          <p:nvPr/>
        </p:nvSpPr>
        <p:spPr>
          <a:xfrm>
            <a:off x="794869" y="21342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84EE49-0640-22F1-1396-DDF08D7EF0E2}"/>
              </a:ext>
            </a:extLst>
          </p:cNvPr>
          <p:cNvSpPr/>
          <p:nvPr/>
        </p:nvSpPr>
        <p:spPr>
          <a:xfrm>
            <a:off x="794868" y="2067858"/>
            <a:ext cx="3156914" cy="2725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871BB51-6840-58AC-C006-56EA1A34FA18}"/>
              </a:ext>
            </a:extLst>
          </p:cNvPr>
          <p:cNvSpPr/>
          <p:nvPr/>
        </p:nvSpPr>
        <p:spPr>
          <a:xfrm>
            <a:off x="872568" y="2904565"/>
            <a:ext cx="1422398" cy="133872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023646-C351-139B-4D49-904DAE53855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094"/>
          <a:stretch>
            <a:fillRect/>
          </a:stretch>
        </p:blipFill>
        <p:spPr>
          <a:xfrm>
            <a:off x="10279528" y="4243294"/>
            <a:ext cx="1117601" cy="2241669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94A3F9B1-103E-B8F0-E73F-356528D0A21C}"/>
              </a:ext>
            </a:extLst>
          </p:cNvPr>
          <p:cNvSpPr/>
          <p:nvPr/>
        </p:nvSpPr>
        <p:spPr>
          <a:xfrm>
            <a:off x="2448032" y="3414484"/>
            <a:ext cx="1422398" cy="1338729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F67CB6-4C0D-3084-678D-E54ADC1A6F14}"/>
              </a:ext>
            </a:extLst>
          </p:cNvPr>
          <p:cNvSpPr txBox="1"/>
          <p:nvPr/>
        </p:nvSpPr>
        <p:spPr>
          <a:xfrm>
            <a:off x="872567" y="284839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6C4E00-474A-11AB-4760-5028ED9793DE}"/>
              </a:ext>
            </a:extLst>
          </p:cNvPr>
          <p:cNvSpPr txBox="1"/>
          <p:nvPr/>
        </p:nvSpPr>
        <p:spPr>
          <a:xfrm>
            <a:off x="2373325" y="30451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3044632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EF5DD-197A-50F1-BA75-C27219024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B8F08-D1A3-7571-5330-073C1D057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 </a:t>
            </a:r>
            <a:r>
              <a:rPr lang="en-US" altLang="ko-KR" dirty="0"/>
              <a:t>(2. </a:t>
            </a:r>
            <a:r>
              <a:rPr lang="ko-KR" altLang="en-US" dirty="0"/>
              <a:t>통합관측 </a:t>
            </a:r>
            <a:r>
              <a:rPr lang="en-US" altLang="ko-KR" dirty="0"/>
              <a:t>3/3)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645F0CA-EAE1-A2F5-0E94-193930781B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7896029"/>
              </p:ext>
            </p:extLst>
          </p:nvPr>
        </p:nvGraphicFramePr>
        <p:xfrm>
          <a:off x="3983469" y="1825625"/>
          <a:ext cx="5949426" cy="468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그림 4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337895-7D60-78D4-9CB0-9F9EB0BC22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36"/>
          <a:stretch>
            <a:fillRect/>
          </a:stretch>
        </p:blipFill>
        <p:spPr>
          <a:xfrm>
            <a:off x="863751" y="2574553"/>
            <a:ext cx="1276528" cy="1707053"/>
          </a:xfrm>
          <a:prstGeom prst="rect">
            <a:avLst/>
          </a:prstGeom>
        </p:spPr>
      </p:pic>
      <p:pic>
        <p:nvPicPr>
          <p:cNvPr id="8" name="그림 7" descr="텍스트, 스크린샷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3FE998-9BB2-8B0C-C826-84150DB042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751" y="4424458"/>
            <a:ext cx="2797663" cy="1320800"/>
          </a:xfrm>
          <a:prstGeom prst="rect">
            <a:avLst/>
          </a:prstGeom>
        </p:spPr>
      </p:pic>
      <p:pic>
        <p:nvPicPr>
          <p:cNvPr id="12" name="그림 11" descr="텍스트, 스크린샷, 직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A825C0-DF8D-1805-FE27-80D33DFFE2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6781" y="2576393"/>
            <a:ext cx="1314633" cy="1705213"/>
          </a:xfrm>
          <a:prstGeom prst="rect">
            <a:avLst/>
          </a:prstGeom>
        </p:spPr>
      </p:pic>
      <p:pic>
        <p:nvPicPr>
          <p:cNvPr id="15" name="그림 14" descr="텍스트, 폰트, 로고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C0EA82-6D2D-D55C-BBA0-729B290378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6781" y="1980845"/>
            <a:ext cx="1314633" cy="495369"/>
          </a:xfrm>
          <a:prstGeom prst="rect">
            <a:avLst/>
          </a:prstGeom>
        </p:spPr>
      </p:pic>
      <p:pic>
        <p:nvPicPr>
          <p:cNvPr id="17" name="그림 16" descr="텍스트, 화이트, 디자인, 공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D95986-3FF8-6BBB-DE17-6686EDA830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751" y="1980845"/>
            <a:ext cx="1276528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44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EB4B-031F-8AF8-7B2C-9A47243EC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 descr="텍스트, 폰트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A2D563-8B87-1340-40B1-69F487EF3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719" y="5392054"/>
            <a:ext cx="2766155" cy="551608"/>
          </a:xfrm>
          <a:prstGeom prst="rect">
            <a:avLst/>
          </a:prstGeom>
        </p:spPr>
      </p:pic>
      <p:pic>
        <p:nvPicPr>
          <p:cNvPr id="23" name="그림 2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363104-CDA6-4718-AC16-E9A0ADC1D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409" y="3313208"/>
            <a:ext cx="1025649" cy="501847"/>
          </a:xfrm>
          <a:prstGeom prst="rect">
            <a:avLst/>
          </a:prstGeom>
        </p:spPr>
      </p:pic>
      <p:pic>
        <p:nvPicPr>
          <p:cNvPr id="17" name="그림 1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FECD6F-0A8C-99D2-C63D-3C1C8F523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096" y="1835506"/>
            <a:ext cx="1072173" cy="1927320"/>
          </a:xfrm>
          <a:prstGeom prst="rect">
            <a:avLst/>
          </a:prstGeom>
        </p:spPr>
      </p:pic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184ED3-6FDB-7542-0156-85AA962F8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13" y="1881811"/>
            <a:ext cx="2160883" cy="432176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7C169F2-25FE-43EA-49DF-46991E382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 </a:t>
            </a:r>
            <a:r>
              <a:rPr lang="en-US" altLang="ko-KR" dirty="0"/>
              <a:t>(3. </a:t>
            </a:r>
            <a:r>
              <a:rPr lang="ko-KR" altLang="en-US" dirty="0" err="1"/>
              <a:t>소하천</a:t>
            </a:r>
            <a:r>
              <a:rPr lang="ko-KR" altLang="en-US" dirty="0"/>
              <a:t> </a:t>
            </a:r>
            <a:r>
              <a:rPr lang="en-US" altLang="ko-KR" dirty="0"/>
              <a:t>1/2)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8D426EC-2AB3-C0D0-C53A-B4B2BF8767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9207579"/>
              </p:ext>
            </p:extLst>
          </p:nvPr>
        </p:nvGraphicFramePr>
        <p:xfrm>
          <a:off x="3140787" y="1825625"/>
          <a:ext cx="5571932" cy="468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AC0655D-6625-AA6A-BD74-EB78C7DF7297}"/>
              </a:ext>
            </a:extLst>
          </p:cNvPr>
          <p:cNvSpPr txBox="1"/>
          <p:nvPr/>
        </p:nvSpPr>
        <p:spPr>
          <a:xfrm>
            <a:off x="379371" y="29368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D23312-8D85-7462-AC32-95B737DAAB89}"/>
              </a:ext>
            </a:extLst>
          </p:cNvPr>
          <p:cNvSpPr txBox="1"/>
          <p:nvPr/>
        </p:nvSpPr>
        <p:spPr>
          <a:xfrm>
            <a:off x="405057" y="236854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94977A-26B9-C6F8-500D-5F82E4FA02B6}"/>
              </a:ext>
            </a:extLst>
          </p:cNvPr>
          <p:cNvSpPr/>
          <p:nvPr/>
        </p:nvSpPr>
        <p:spPr>
          <a:xfrm>
            <a:off x="794870" y="2187388"/>
            <a:ext cx="2157505" cy="782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0D51E9C-E0E6-4421-9177-689734856A19}"/>
              </a:ext>
            </a:extLst>
          </p:cNvPr>
          <p:cNvCxnSpPr/>
          <p:nvPr/>
        </p:nvCxnSpPr>
        <p:spPr>
          <a:xfrm>
            <a:off x="1237129" y="2477571"/>
            <a:ext cx="1404471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B4B61C0-F904-CFCD-5418-358EB2ECE457}"/>
              </a:ext>
            </a:extLst>
          </p:cNvPr>
          <p:cNvCxnSpPr/>
          <p:nvPr/>
        </p:nvCxnSpPr>
        <p:spPr>
          <a:xfrm>
            <a:off x="944282" y="2532571"/>
            <a:ext cx="0" cy="2053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AB81C26-C8B2-9F5D-8F33-0280A8FD34A4}"/>
              </a:ext>
            </a:extLst>
          </p:cNvPr>
          <p:cNvCxnSpPr>
            <a:cxnSpLocks/>
          </p:cNvCxnSpPr>
          <p:nvPr/>
        </p:nvCxnSpPr>
        <p:spPr>
          <a:xfrm>
            <a:off x="10093290" y="3466351"/>
            <a:ext cx="0" cy="1477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7A12B03-19C8-CC8B-D4EF-1882C8BFDA41}"/>
              </a:ext>
            </a:extLst>
          </p:cNvPr>
          <p:cNvCxnSpPr/>
          <p:nvPr/>
        </p:nvCxnSpPr>
        <p:spPr>
          <a:xfrm>
            <a:off x="10411009" y="5516282"/>
            <a:ext cx="0" cy="2053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C19EBA-8326-AD81-ABF9-81AD6176B2DB}"/>
              </a:ext>
            </a:extLst>
          </p:cNvPr>
          <p:cNvSpPr/>
          <p:nvPr/>
        </p:nvSpPr>
        <p:spPr>
          <a:xfrm>
            <a:off x="9197788" y="5516282"/>
            <a:ext cx="895501" cy="2575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5757D3-C93D-072D-DB1B-B567513745E4}"/>
              </a:ext>
            </a:extLst>
          </p:cNvPr>
          <p:cNvSpPr/>
          <p:nvPr/>
        </p:nvSpPr>
        <p:spPr>
          <a:xfrm>
            <a:off x="794870" y="2957467"/>
            <a:ext cx="2157505" cy="378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327CBBE-3535-8443-9A3A-0CF9095DF014}"/>
              </a:ext>
            </a:extLst>
          </p:cNvPr>
          <p:cNvSpPr/>
          <p:nvPr/>
        </p:nvSpPr>
        <p:spPr>
          <a:xfrm>
            <a:off x="9270820" y="1854902"/>
            <a:ext cx="183249" cy="129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3D2423B-9168-D687-A294-B3B6688DF1C8}"/>
              </a:ext>
            </a:extLst>
          </p:cNvPr>
          <p:cNvSpPr/>
          <p:nvPr/>
        </p:nvSpPr>
        <p:spPr>
          <a:xfrm>
            <a:off x="9270819" y="1984480"/>
            <a:ext cx="512663" cy="1599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91BA4-FECA-EA0D-491B-D154861A481B}"/>
              </a:ext>
            </a:extLst>
          </p:cNvPr>
          <p:cNvSpPr txBox="1"/>
          <p:nvPr/>
        </p:nvSpPr>
        <p:spPr>
          <a:xfrm>
            <a:off x="379371" y="33920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0BD0FA-AD97-186C-9BFB-7D83B7B6FF29}"/>
              </a:ext>
            </a:extLst>
          </p:cNvPr>
          <p:cNvSpPr/>
          <p:nvPr/>
        </p:nvSpPr>
        <p:spPr>
          <a:xfrm>
            <a:off x="794870" y="3332393"/>
            <a:ext cx="2157505" cy="555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77694B-FA20-76A2-F139-AA376B666E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95627" y="3763135"/>
            <a:ext cx="1065641" cy="1288606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1AA3E864-84A6-E54A-B176-DFCFC2CD18E7}"/>
              </a:ext>
            </a:extLst>
          </p:cNvPr>
          <p:cNvSpPr/>
          <p:nvPr/>
        </p:nvSpPr>
        <p:spPr>
          <a:xfrm>
            <a:off x="8784431" y="3898353"/>
            <a:ext cx="1076838" cy="1153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015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D8476-0456-6754-C9A7-AF80F766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A1AECC-459A-AA40-1F21-1798F395A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93" y="1825625"/>
            <a:ext cx="1587387" cy="3183692"/>
          </a:xfrm>
          <a:prstGeom prst="rect">
            <a:avLst/>
          </a:prstGeom>
        </p:spPr>
      </p:pic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03DFB9-B3C0-13FC-426B-F746412E7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255" y="1821165"/>
            <a:ext cx="1587387" cy="31881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CAD119B-58C0-C58D-7CF3-75B6A73E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 </a:t>
            </a:r>
            <a:r>
              <a:rPr lang="en-US" altLang="ko-KR" dirty="0"/>
              <a:t>(3. </a:t>
            </a:r>
            <a:r>
              <a:rPr lang="ko-KR" altLang="en-US" dirty="0" err="1"/>
              <a:t>소하천</a:t>
            </a:r>
            <a:r>
              <a:rPr lang="ko-KR" altLang="en-US" dirty="0"/>
              <a:t> </a:t>
            </a:r>
            <a:r>
              <a:rPr lang="en-US" altLang="ko-KR" dirty="0"/>
              <a:t>2/2)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B471DFB-92F5-099B-CF88-A413637342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757194"/>
              </p:ext>
            </p:extLst>
          </p:nvPr>
        </p:nvGraphicFramePr>
        <p:xfrm>
          <a:off x="4228504" y="1825625"/>
          <a:ext cx="5949426" cy="468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1404474-5E35-579C-C33A-3AA0513529B4}"/>
              </a:ext>
            </a:extLst>
          </p:cNvPr>
          <p:cNvSpPr txBox="1"/>
          <p:nvPr/>
        </p:nvSpPr>
        <p:spPr>
          <a:xfrm>
            <a:off x="717941" y="19645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74D745-67BE-BCCC-768E-AB1002C1A035}"/>
              </a:ext>
            </a:extLst>
          </p:cNvPr>
          <p:cNvSpPr/>
          <p:nvPr/>
        </p:nvSpPr>
        <p:spPr>
          <a:xfrm>
            <a:off x="794868" y="2067858"/>
            <a:ext cx="1576238" cy="2725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AB040D-171C-99BE-CBF5-1E842C628DBF}"/>
              </a:ext>
            </a:extLst>
          </p:cNvPr>
          <p:cNvSpPr/>
          <p:nvPr/>
        </p:nvSpPr>
        <p:spPr>
          <a:xfrm>
            <a:off x="2448032" y="2067858"/>
            <a:ext cx="1422398" cy="261769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80DF3D-21B9-BF2D-3217-3639D82034EF}"/>
              </a:ext>
            </a:extLst>
          </p:cNvPr>
          <p:cNvSpPr txBox="1"/>
          <p:nvPr/>
        </p:nvSpPr>
        <p:spPr>
          <a:xfrm>
            <a:off x="2448031" y="201168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1443085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F4985-F06F-B409-C732-A581F06C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21B0C4-8485-F6FD-DDF5-554CC8A0D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431" y="5440697"/>
            <a:ext cx="2714293" cy="526654"/>
          </a:xfrm>
          <a:prstGeom prst="rect">
            <a:avLst/>
          </a:prstGeom>
        </p:spPr>
      </p:pic>
      <p:pic>
        <p:nvPicPr>
          <p:cNvPr id="20" name="그림 1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6FE379-1A9D-EEA8-01EB-C584B9799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432" y="3761421"/>
            <a:ext cx="1023868" cy="1288606"/>
          </a:xfrm>
          <a:prstGeom prst="rect">
            <a:avLst/>
          </a:prstGeom>
        </p:spPr>
      </p:pic>
      <p:pic>
        <p:nvPicPr>
          <p:cNvPr id="18" name="그림 1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34F450-A079-EF02-E558-8C99C0334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3409" y="3303913"/>
            <a:ext cx="1025649" cy="50806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88013FC-CD38-C050-01C1-F0633AB62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3286" y="1835506"/>
            <a:ext cx="1039738" cy="1925915"/>
          </a:xfrm>
          <a:prstGeom prst="rect">
            <a:avLst/>
          </a:prstGeom>
        </p:spPr>
      </p:pic>
      <p:pic>
        <p:nvPicPr>
          <p:cNvPr id="10" name="그림 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612477-2322-D9F8-88D1-C066AA0CA3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36" y="1825625"/>
            <a:ext cx="2144323" cy="428864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370BDD3-68EA-4081-8735-DE9E430D0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 </a:t>
            </a:r>
            <a:r>
              <a:rPr lang="en-US" altLang="ko-KR" dirty="0"/>
              <a:t>(4. </a:t>
            </a:r>
            <a:r>
              <a:rPr lang="ko-KR" altLang="en-US" dirty="0" err="1"/>
              <a:t>점검요망</a:t>
            </a:r>
            <a:r>
              <a:rPr lang="ko-KR" altLang="en-US" dirty="0"/>
              <a:t> </a:t>
            </a:r>
            <a:r>
              <a:rPr lang="en-US" altLang="ko-KR" dirty="0"/>
              <a:t>1/2)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3F84A10-B97B-C181-A674-A1A4D709C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068541"/>
              </p:ext>
            </p:extLst>
          </p:nvPr>
        </p:nvGraphicFramePr>
        <p:xfrm>
          <a:off x="3140787" y="1825625"/>
          <a:ext cx="5571932" cy="468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CEA057D-2CDD-F763-6B48-643B02520065}"/>
              </a:ext>
            </a:extLst>
          </p:cNvPr>
          <p:cNvSpPr txBox="1"/>
          <p:nvPr/>
        </p:nvSpPr>
        <p:spPr>
          <a:xfrm>
            <a:off x="379371" y="29368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04D125-50BD-8F72-6446-CB5F54551A9A}"/>
              </a:ext>
            </a:extLst>
          </p:cNvPr>
          <p:cNvSpPr txBox="1"/>
          <p:nvPr/>
        </p:nvSpPr>
        <p:spPr>
          <a:xfrm>
            <a:off x="405057" y="236854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E3B917-C70E-A788-2834-6EE542F08DF9}"/>
              </a:ext>
            </a:extLst>
          </p:cNvPr>
          <p:cNvSpPr/>
          <p:nvPr/>
        </p:nvSpPr>
        <p:spPr>
          <a:xfrm>
            <a:off x="794870" y="2187388"/>
            <a:ext cx="2157505" cy="782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46D7FC5-8B12-D407-49BC-9BD9477FCBB9}"/>
              </a:ext>
            </a:extLst>
          </p:cNvPr>
          <p:cNvCxnSpPr/>
          <p:nvPr/>
        </p:nvCxnSpPr>
        <p:spPr>
          <a:xfrm>
            <a:off x="1237129" y="2532571"/>
            <a:ext cx="1404471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1B289D3-A708-BA8D-F98F-1CC337E2B4AE}"/>
              </a:ext>
            </a:extLst>
          </p:cNvPr>
          <p:cNvCxnSpPr/>
          <p:nvPr/>
        </p:nvCxnSpPr>
        <p:spPr>
          <a:xfrm>
            <a:off x="944282" y="2532571"/>
            <a:ext cx="0" cy="2053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7FE1941-FE84-E300-2928-9E31A8654E4B}"/>
              </a:ext>
            </a:extLst>
          </p:cNvPr>
          <p:cNvCxnSpPr>
            <a:cxnSpLocks/>
          </p:cNvCxnSpPr>
          <p:nvPr/>
        </p:nvCxnSpPr>
        <p:spPr>
          <a:xfrm>
            <a:off x="10093290" y="3466351"/>
            <a:ext cx="0" cy="1477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EB18148-820A-567F-C321-8C62332AFD0E}"/>
              </a:ext>
            </a:extLst>
          </p:cNvPr>
          <p:cNvCxnSpPr/>
          <p:nvPr/>
        </p:nvCxnSpPr>
        <p:spPr>
          <a:xfrm>
            <a:off x="10596279" y="5516282"/>
            <a:ext cx="0" cy="2053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91C9AB1-AFC2-420F-613C-C14D6B67FB6B}"/>
              </a:ext>
            </a:extLst>
          </p:cNvPr>
          <p:cNvSpPr/>
          <p:nvPr/>
        </p:nvSpPr>
        <p:spPr>
          <a:xfrm>
            <a:off x="9197788" y="5516282"/>
            <a:ext cx="1213221" cy="2575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DDF524-5BC8-BF21-76F3-CF6EC922C6DA}"/>
              </a:ext>
            </a:extLst>
          </p:cNvPr>
          <p:cNvSpPr/>
          <p:nvPr/>
        </p:nvSpPr>
        <p:spPr>
          <a:xfrm>
            <a:off x="794870" y="2957467"/>
            <a:ext cx="2157505" cy="378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BD88627-3C97-34FD-150D-7E6DAFCD1E8E}"/>
              </a:ext>
            </a:extLst>
          </p:cNvPr>
          <p:cNvSpPr/>
          <p:nvPr/>
        </p:nvSpPr>
        <p:spPr>
          <a:xfrm>
            <a:off x="9423601" y="1854902"/>
            <a:ext cx="183249" cy="129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90AEA6B-077F-CF5C-7819-C5A372381B04}"/>
              </a:ext>
            </a:extLst>
          </p:cNvPr>
          <p:cNvSpPr/>
          <p:nvPr/>
        </p:nvSpPr>
        <p:spPr>
          <a:xfrm>
            <a:off x="9423601" y="1984480"/>
            <a:ext cx="397471" cy="1573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4A16228-D22A-7139-1A00-98151DB7F422}"/>
              </a:ext>
            </a:extLst>
          </p:cNvPr>
          <p:cNvSpPr/>
          <p:nvPr/>
        </p:nvSpPr>
        <p:spPr>
          <a:xfrm>
            <a:off x="8784431" y="3898353"/>
            <a:ext cx="1023868" cy="1153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094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964AC-47FF-7CF6-BD78-F50D0DCC3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214522B-3E1E-1016-C4BC-3517CF10A1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67125"/>
              </p:ext>
            </p:extLst>
          </p:nvPr>
        </p:nvGraphicFramePr>
        <p:xfrm>
          <a:off x="4228504" y="1825625"/>
          <a:ext cx="5949426" cy="468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758A1105-2904-432B-1514-67D13836B888}"/>
              </a:ext>
            </a:extLst>
          </p:cNvPr>
          <p:cNvSpPr/>
          <p:nvPr/>
        </p:nvSpPr>
        <p:spPr>
          <a:xfrm>
            <a:off x="8074627" y="2482895"/>
            <a:ext cx="622187" cy="139803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00D1AD-2612-AFFD-0050-ABD52FDC52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2255" y="1825624"/>
            <a:ext cx="1591846" cy="3188151"/>
          </a:xfrm>
          <a:prstGeom prst="rect">
            <a:avLst/>
          </a:prstGeom>
        </p:spPr>
      </p:pic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8DE614-6244-2615-C09F-C07514731B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293" y="1821166"/>
            <a:ext cx="1594073" cy="31836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C821B7C-878F-6439-234D-084376C06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 </a:t>
            </a:r>
            <a:r>
              <a:rPr lang="en-US" altLang="ko-KR" dirty="0"/>
              <a:t>(4. </a:t>
            </a:r>
            <a:r>
              <a:rPr lang="ko-KR" altLang="en-US" dirty="0" err="1"/>
              <a:t>점검요망</a:t>
            </a:r>
            <a:r>
              <a:rPr lang="ko-KR" altLang="en-US" dirty="0"/>
              <a:t> </a:t>
            </a:r>
            <a:r>
              <a:rPr lang="en-US" altLang="ko-KR" dirty="0"/>
              <a:t>2/2)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942AB2-A186-11BA-EB27-1D09A19F6FCB}"/>
              </a:ext>
            </a:extLst>
          </p:cNvPr>
          <p:cNvSpPr txBox="1"/>
          <p:nvPr/>
        </p:nvSpPr>
        <p:spPr>
          <a:xfrm>
            <a:off x="783719" y="229289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DFFC3D-2798-6BF0-3910-DB1BC84DE947}"/>
              </a:ext>
            </a:extLst>
          </p:cNvPr>
          <p:cNvSpPr/>
          <p:nvPr/>
        </p:nvSpPr>
        <p:spPr>
          <a:xfrm>
            <a:off x="794868" y="2067858"/>
            <a:ext cx="1576238" cy="2725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A83D2E-1769-EF58-A751-4535E9DD7470}"/>
              </a:ext>
            </a:extLst>
          </p:cNvPr>
          <p:cNvSpPr/>
          <p:nvPr/>
        </p:nvSpPr>
        <p:spPr>
          <a:xfrm>
            <a:off x="2448032" y="3030071"/>
            <a:ext cx="1422398" cy="15060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40D86A-28F8-418C-604F-577FB0153565}"/>
              </a:ext>
            </a:extLst>
          </p:cNvPr>
          <p:cNvSpPr txBox="1"/>
          <p:nvPr/>
        </p:nvSpPr>
        <p:spPr>
          <a:xfrm>
            <a:off x="2344361" y="26622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④</a:t>
            </a:r>
          </a:p>
        </p:txBody>
      </p:sp>
      <p:pic>
        <p:nvPicPr>
          <p:cNvPr id="13" name="그림 1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B58384-6F6A-1D4E-05C2-78D365213FD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93"/>
          <a:stretch>
            <a:fillRect/>
          </a:stretch>
        </p:blipFill>
        <p:spPr>
          <a:xfrm>
            <a:off x="10251958" y="3811252"/>
            <a:ext cx="1335461" cy="2696340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7AFF5078-9CD1-CF35-2D65-321F16B11A24}"/>
              </a:ext>
            </a:extLst>
          </p:cNvPr>
          <p:cNvGrpSpPr/>
          <p:nvPr/>
        </p:nvGrpSpPr>
        <p:grpSpPr>
          <a:xfrm>
            <a:off x="8107997" y="2532844"/>
            <a:ext cx="555379" cy="1334742"/>
            <a:chOff x="9496283" y="2766450"/>
            <a:chExt cx="555379" cy="133474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29B615A-945A-8BAC-9A63-632EA7FA2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5534" t="31579" r="20882" b="24807"/>
            <a:stretch>
              <a:fillRect/>
            </a:stretch>
          </p:blipFill>
          <p:spPr>
            <a:xfrm>
              <a:off x="9496283" y="2766450"/>
              <a:ext cx="518731" cy="15787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1D366BD-16C3-BB72-63FC-33E210A60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6713" r="4021" b="4244"/>
            <a:stretch>
              <a:fillRect/>
            </a:stretch>
          </p:blipFill>
          <p:spPr>
            <a:xfrm>
              <a:off x="9496283" y="2895834"/>
              <a:ext cx="518731" cy="282783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4E08CB2C-043E-939F-A0A3-2E7073652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0606" t="11886" r="6890" b="4242"/>
            <a:stretch>
              <a:fillRect/>
            </a:stretch>
          </p:blipFill>
          <p:spPr>
            <a:xfrm>
              <a:off x="9496283" y="3172014"/>
              <a:ext cx="518731" cy="247685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4B89E2F-81FA-F0AA-B2CC-76ED45850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500592" y="3419699"/>
              <a:ext cx="514422" cy="247685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E25311C6-6618-7A72-43A7-F5E0390A8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514" t="2888" r="674" b="2241"/>
            <a:stretch>
              <a:fillRect/>
            </a:stretch>
          </p:blipFill>
          <p:spPr>
            <a:xfrm>
              <a:off x="9496283" y="3667384"/>
              <a:ext cx="555379" cy="216904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A77A72C-0C9C-E8D8-C08A-8A34CFF8E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t="1" r="1188" b="-3496"/>
            <a:stretch>
              <a:fillRect/>
            </a:stretch>
          </p:blipFill>
          <p:spPr>
            <a:xfrm>
              <a:off x="9496283" y="3884288"/>
              <a:ext cx="555379" cy="2169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6629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94826-5D98-FC6E-5D23-747662D7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27EF0C-C04B-ED75-0AC5-269D8BCD2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66" y="1821239"/>
            <a:ext cx="2156335" cy="43006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975A469-836D-1115-35DB-E8C9D2C3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 </a:t>
            </a:r>
            <a:r>
              <a:rPr lang="en-US" altLang="ko-KR" dirty="0"/>
              <a:t>(5. </a:t>
            </a:r>
            <a:r>
              <a:rPr lang="ko-KR" altLang="en-US" dirty="0"/>
              <a:t>로그인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2D8E28F-BCA4-C8AA-8303-07F6F79F8E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964401"/>
              </p:ext>
            </p:extLst>
          </p:nvPr>
        </p:nvGraphicFramePr>
        <p:xfrm>
          <a:off x="3140786" y="1825625"/>
          <a:ext cx="5794037" cy="468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094D6D4-73DA-2922-9423-80E557261B97}"/>
              </a:ext>
            </a:extLst>
          </p:cNvPr>
          <p:cNvSpPr txBox="1"/>
          <p:nvPr/>
        </p:nvSpPr>
        <p:spPr>
          <a:xfrm>
            <a:off x="428971" y="32244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18EDBA-065E-106E-83C0-114E337307F9}"/>
              </a:ext>
            </a:extLst>
          </p:cNvPr>
          <p:cNvSpPr/>
          <p:nvPr/>
        </p:nvSpPr>
        <p:spPr>
          <a:xfrm>
            <a:off x="896471" y="3698235"/>
            <a:ext cx="1957873" cy="20989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C2D056F-E9E5-AE4C-58E9-5AF3C038003D}"/>
              </a:ext>
            </a:extLst>
          </p:cNvPr>
          <p:cNvCxnSpPr/>
          <p:nvPr/>
        </p:nvCxnSpPr>
        <p:spPr>
          <a:xfrm>
            <a:off x="1027953" y="3919111"/>
            <a:ext cx="0" cy="2053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3C41BE-AC34-7092-FEFF-500CF1BEC8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0851" y="4455835"/>
            <a:ext cx="1232556" cy="200769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A3562D1-7F85-680D-9DB4-3C27679FC740}"/>
              </a:ext>
            </a:extLst>
          </p:cNvPr>
          <p:cNvSpPr/>
          <p:nvPr/>
        </p:nvSpPr>
        <p:spPr>
          <a:xfrm>
            <a:off x="896471" y="3224441"/>
            <a:ext cx="195787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8BF2085-4379-9999-778B-0E0E6A536EC9}"/>
              </a:ext>
            </a:extLst>
          </p:cNvPr>
          <p:cNvCxnSpPr/>
          <p:nvPr/>
        </p:nvCxnSpPr>
        <p:spPr>
          <a:xfrm>
            <a:off x="1027953" y="4433774"/>
            <a:ext cx="0" cy="2053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88EFFB2-7904-6BA9-30BD-BA0C2BDDE03B}"/>
              </a:ext>
            </a:extLst>
          </p:cNvPr>
          <p:cNvSpPr txBox="1"/>
          <p:nvPr/>
        </p:nvSpPr>
        <p:spPr>
          <a:xfrm>
            <a:off x="428971" y="369823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4632CE-79D9-9627-F3C0-6237920F4E19}"/>
              </a:ext>
            </a:extLst>
          </p:cNvPr>
          <p:cNvSpPr txBox="1"/>
          <p:nvPr/>
        </p:nvSpPr>
        <p:spPr>
          <a:xfrm>
            <a:off x="8934823" y="4086503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회원가입 페이지</a:t>
            </a:r>
          </a:p>
        </p:txBody>
      </p:sp>
    </p:spTree>
    <p:extLst>
      <p:ext uri="{BB962C8B-B14F-4D97-AF65-F5344CB8AC3E}">
        <p14:creationId xmlns:p14="http://schemas.microsoft.com/office/powerpoint/2010/main" val="3076861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13E5F-E088-9220-0715-714AF9C8F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4D767F-1333-C602-D4B2-D1EF1DC05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338" y="1822058"/>
            <a:ext cx="1590850" cy="4305669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85DD32-24C2-43CA-8D83-E7A0B2922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66" y="1822059"/>
            <a:ext cx="2140873" cy="42998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2ABC163-9501-0120-02FB-C46DBF8D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 구성 </a:t>
            </a:r>
            <a:r>
              <a:rPr lang="en-US" altLang="ko-KR" dirty="0"/>
              <a:t>(6. </a:t>
            </a:r>
            <a:r>
              <a:rPr lang="ko-KR" altLang="en-US" dirty="0"/>
              <a:t>관리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C0D9524-5735-9206-136A-A42133EC7A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121710"/>
              </p:ext>
            </p:extLst>
          </p:nvPr>
        </p:nvGraphicFramePr>
        <p:xfrm>
          <a:off x="5370010" y="1825625"/>
          <a:ext cx="5794037" cy="468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CCEBAC8-4A0E-7679-89B4-F168EFE7805A}"/>
              </a:ext>
            </a:extLst>
          </p:cNvPr>
          <p:cNvSpPr txBox="1"/>
          <p:nvPr/>
        </p:nvSpPr>
        <p:spPr>
          <a:xfrm>
            <a:off x="428971" y="32244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4024DE-35B0-7F8D-2BAE-6D8785D72BAE}"/>
              </a:ext>
            </a:extLst>
          </p:cNvPr>
          <p:cNvSpPr/>
          <p:nvPr/>
        </p:nvSpPr>
        <p:spPr>
          <a:xfrm>
            <a:off x="2989226" y="2187307"/>
            <a:ext cx="1463245" cy="3663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B2CEDF7-645C-91E2-D586-CA8DC556B95B}"/>
              </a:ext>
            </a:extLst>
          </p:cNvPr>
          <p:cNvCxnSpPr/>
          <p:nvPr/>
        </p:nvCxnSpPr>
        <p:spPr>
          <a:xfrm>
            <a:off x="1027953" y="3919111"/>
            <a:ext cx="0" cy="2053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56F6EB-642D-7501-0A7F-030BC39840C0}"/>
              </a:ext>
            </a:extLst>
          </p:cNvPr>
          <p:cNvSpPr/>
          <p:nvPr/>
        </p:nvSpPr>
        <p:spPr>
          <a:xfrm>
            <a:off x="896470" y="3395098"/>
            <a:ext cx="1957874" cy="14864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CFA1147-9A8B-289F-CBFB-BBF08175A6F5}"/>
              </a:ext>
            </a:extLst>
          </p:cNvPr>
          <p:cNvCxnSpPr/>
          <p:nvPr/>
        </p:nvCxnSpPr>
        <p:spPr>
          <a:xfrm>
            <a:off x="1027953" y="4433774"/>
            <a:ext cx="0" cy="2053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47383A7-98F7-67A3-BEA8-6E6D0F3AE13B}"/>
              </a:ext>
            </a:extLst>
          </p:cNvPr>
          <p:cNvSpPr txBox="1"/>
          <p:nvPr/>
        </p:nvSpPr>
        <p:spPr>
          <a:xfrm>
            <a:off x="2646595" y="213164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55431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3EDCA8-B683-C380-3865-8DA09C6F0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끝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7021789"/>
      </p:ext>
    </p:extLst>
  </p:cSld>
  <p:clrMapOvr>
    <a:masterClrMapping/>
  </p:clrMapOvr>
</p:sld>
</file>

<file path=ppt/theme/theme1.xml><?xml version="1.0" encoding="utf-8"?>
<a:theme xmlns:a="http://schemas.openxmlformats.org/drawingml/2006/main" name="New_3D02">
  <a:themeElements>
    <a:clrScheme name="3D02">
      <a:dk1>
        <a:sysClr val="windowText" lastClr="000000"/>
      </a:dk1>
      <a:lt1>
        <a:sysClr val="window" lastClr="FFFFFF"/>
      </a:lt1>
      <a:dk2>
        <a:srgbClr val="254B75"/>
      </a:dk2>
      <a:lt2>
        <a:srgbClr val="DDE9EC"/>
      </a:lt2>
      <a:accent1>
        <a:srgbClr val="6183BB"/>
      </a:accent1>
      <a:accent2>
        <a:srgbClr val="96DB6F"/>
      </a:accent2>
      <a:accent3>
        <a:srgbClr val="42BCC2"/>
      </a:accent3>
      <a:accent4>
        <a:srgbClr val="EE8F48"/>
      </a:accent4>
      <a:accent5>
        <a:srgbClr val="44C4F2"/>
      </a:accent5>
      <a:accent6>
        <a:srgbClr val="A09158"/>
      </a:accent6>
      <a:hlink>
        <a:srgbClr val="B292CA"/>
      </a:hlink>
      <a:folHlink>
        <a:srgbClr val="6B5680"/>
      </a:folHlink>
    </a:clrScheme>
    <a:fontScheme name="3D02">
      <a:majorFont>
        <a:latin typeface="Arial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Arial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3D0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50000"/>
              </a:schemeClr>
            </a:gs>
            <a:gs pos="35000">
              <a:schemeClr val="phClr">
                <a:tint val="40000"/>
                <a:satMod val="200000"/>
              </a:schemeClr>
            </a:gs>
            <a:gs pos="100000">
              <a:schemeClr val="phClr">
                <a:tint val="15000"/>
                <a:satMod val="200000"/>
              </a:schemeClr>
            </a:gs>
          </a:gsLst>
          <a:lin ang="16200000" scaled="1"/>
        </a:gradFill>
        <a:gradFill rotWithShape="1">
          <a:gsLst>
            <a:gs pos="10000">
              <a:schemeClr val="phClr">
                <a:shade val="40000"/>
                <a:satMod val="200000"/>
              </a:schemeClr>
            </a:gs>
            <a:gs pos="65000">
              <a:schemeClr val="phClr">
                <a:shade val="93000"/>
                <a:satMod val="130000"/>
              </a:schemeClr>
            </a:gs>
            <a:gs pos="100000">
              <a:schemeClr val="phClr">
                <a:tint val="70000"/>
                <a:shade val="100000"/>
                <a:satMod val="200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27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prstMaterial="dkEdge">
            <a:bevelT w="63500" h="57150"/>
          </a:sp3d>
        </a:effectStyle>
        <a:effectStyle>
          <a:effectLst>
            <a:outerShdw blurRad="50800" dist="38100" dir="2700000" rotWithShape="0">
              <a:srgbClr val="000000">
                <a:alpha val="37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prstMaterial="dkEdge">
            <a:bevelT w="88900" h="82550"/>
          </a:sp3d>
        </a:effectStyle>
        <a:effectStyle>
          <a:effectLst>
            <a:outerShdw blurRad="50800" dist="38100" dir="27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prstMaterial="dkEdge">
            <a:bevelT w="114300" h="107950"/>
          </a:sp3d>
        </a:effectStyle>
      </a:effectStyleLst>
      <a:bgFillStyleLst>
        <a:solidFill>
          <a:schemeClr val="phClr"/>
        </a:solidFill>
        <a:gradFill rotWithShape="1">
          <a:gsLst>
            <a:gs pos="7000">
              <a:schemeClr val="phClr">
                <a:tint val="100000"/>
                <a:shade val="60000"/>
                <a:satMod val="180000"/>
              </a:schemeClr>
            </a:gs>
            <a:gs pos="48000">
              <a:schemeClr val="phClr">
                <a:tint val="83000"/>
                <a:shade val="100000"/>
                <a:satMod val="300000"/>
              </a:schemeClr>
            </a:gs>
            <a:gs pos="83000">
              <a:schemeClr val="phClr">
                <a:tint val="99000"/>
                <a:shade val="100000"/>
                <a:satMod val="180000"/>
              </a:schemeClr>
            </a:gs>
            <a:gs pos="100000">
              <a:schemeClr val="phClr">
                <a:shade val="60000"/>
                <a:satMod val="180000"/>
                <a:lumMod val="9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90000"/>
                <a:satMod val="250000"/>
              </a:schemeClr>
            </a:gs>
            <a:gs pos="59000">
              <a:schemeClr val="phClr">
                <a:shade val="80000"/>
                <a:satMod val="130000"/>
              </a:schemeClr>
            </a:gs>
            <a:gs pos="100000">
              <a:schemeClr val="phClr">
                <a:shade val="50000"/>
                <a:satMod val="110000"/>
              </a:schemeClr>
            </a:gs>
          </a:gsLst>
          <a:path path="circle">
            <a:fillToRect l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TM10237557[[fn=디지털 테마]]</Template>
  <TotalTime>2100</TotalTime>
  <Words>1395</Words>
  <Application>Microsoft Office PowerPoint</Application>
  <PresentationFormat>와이드스크린</PresentationFormat>
  <Paragraphs>218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2" baseType="lpstr">
      <vt:lpstr>Arial</vt:lpstr>
      <vt:lpstr>New_3D02</vt:lpstr>
      <vt:lpstr>우보 온라인 운영지원 시스템</vt:lpstr>
      <vt:lpstr>프로그램 개발 목적</vt:lpstr>
      <vt:lpstr>프로그램 구동환경 및 요구사항</vt:lpstr>
      <vt:lpstr>우보 온라인 – 운영지원시스템</vt:lpstr>
      <vt:lpstr>프로그램 실행(WEB)</vt:lpstr>
      <vt:lpstr>프로그램 설치(안드로이드)</vt:lpstr>
      <vt:lpstr>프로그램 실행(안드로이드)</vt:lpstr>
      <vt:lpstr>화면 구성</vt:lpstr>
      <vt:lpstr>메뉴 구성 (전체)</vt:lpstr>
      <vt:lpstr>화면 구성 (1. 지도)</vt:lpstr>
      <vt:lpstr>화면 구성 (2. 통합관측 1/3)</vt:lpstr>
      <vt:lpstr>화면 구성 (2. 통합관측 2/3)</vt:lpstr>
      <vt:lpstr>화면 구성 (2. 통합관측 3/3)</vt:lpstr>
      <vt:lpstr>화면 구성 (3. 소하천 1/2)</vt:lpstr>
      <vt:lpstr>화면 구성 (3. 소하천 2/2)</vt:lpstr>
      <vt:lpstr>화면 구성 (4. 점검요망 1/2)</vt:lpstr>
      <vt:lpstr>화면 구성 (4. 점검요망 2/2)</vt:lpstr>
      <vt:lpstr>화면 구성 (5. 로그인)</vt:lpstr>
      <vt:lpstr>화면 구성 (6. 관리)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</dc:creator>
  <cp:lastModifiedBy>Admin</cp:lastModifiedBy>
  <cp:revision>258</cp:revision>
  <dcterms:created xsi:type="dcterms:W3CDTF">2024-04-26T00:59:19Z</dcterms:created>
  <dcterms:modified xsi:type="dcterms:W3CDTF">2026-01-07T06:44:36Z</dcterms:modified>
</cp:coreProperties>
</file>