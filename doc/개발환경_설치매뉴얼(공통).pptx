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8" r:id="rId6"/>
    <p:sldId id="267" r:id="rId7"/>
    <p:sldId id="266" r:id="rId8"/>
    <p:sldId id="272" r:id="rId9"/>
    <p:sldId id="271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2" y="47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73F541-FC20-088A-EA4C-406D58EBF7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80D9155-EEDB-4176-85F6-A8957AAA6C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1E2618-A10F-F053-D515-009F3F882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EFC4B-12E1-4690-8F2B-0F6B6D2E003E}" type="datetimeFigureOut">
              <a:rPr lang="ko-KR" altLang="en-US" smtClean="0"/>
              <a:t>2025-09-07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8FC379-8841-EEEC-B807-4BF49B408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AFCE94-993D-E50E-6FD7-819A9086C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B80E6-B5E4-426E-A4F6-20FCF07247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0061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49C89E-20FE-54E4-5826-25CEA04B0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E0F57B-AE12-6512-5C30-53D91B1AF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C54997-C750-2FE6-13CB-4993929F4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EFC4B-12E1-4690-8F2B-0F6B6D2E003E}" type="datetimeFigureOut">
              <a:rPr lang="ko-KR" altLang="en-US" smtClean="0"/>
              <a:t>2025-09-07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8788DC-5E50-4ED0-FE0D-5C00910B7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C470F4-0E12-413F-F7E8-F6A32D9F5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B80E6-B5E4-426E-A4F6-20FCF07247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091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33F271-FCA0-2C1C-FD24-4AF3C2309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9EAE7D-AA1A-9D9B-BADC-4519B13D9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660D7C-0C68-4906-F5C8-AF37B40DB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EFC4B-12E1-4690-8F2B-0F6B6D2E003E}" type="datetimeFigureOut">
              <a:rPr lang="ko-KR" altLang="en-US" smtClean="0"/>
              <a:t>2025-09-07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06A9D4-5ECC-5747-47DC-041E5B5D4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310CD8-A6E8-9F8D-0D40-61E4B9240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B80E6-B5E4-426E-A4F6-20FCF07247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367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919A65-52A5-E90D-BE48-9F089CC65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5877BE-619E-91D1-920F-073F5372E0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F2BB20-9E66-5317-D619-AB8A79FC4C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0401D8-3961-3F1C-B20D-673A3BE70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EFC4B-12E1-4690-8F2B-0F6B6D2E003E}" type="datetimeFigureOut">
              <a:rPr lang="ko-KR" altLang="en-US" smtClean="0"/>
              <a:t>2025-09-07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F82034-A074-7A04-69A7-AB084390F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CD20E2-9989-C54C-9D96-CADD4A31C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B80E6-B5E4-426E-A4F6-20FCF07247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8732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AAB9E-2FE3-72FB-71EB-28E5234F0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8B38107-0901-3374-CBE1-51CC9D069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C69601-4CEA-5FCC-16E7-6E1907E737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14DE07-16F3-6575-8BE6-EC5D9BF2DC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47DC9F-5D2D-BC22-D8D4-658D8020C7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E927AC6-D19D-A609-191C-5314F68DB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EFC4B-12E1-4690-8F2B-0F6B6D2E003E}" type="datetimeFigureOut">
              <a:rPr lang="ko-KR" altLang="en-US" smtClean="0"/>
              <a:t>2025-09-07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C508F0C-9C53-B164-5144-ED5E97386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2FF3B3A-1E1C-792D-7585-E3579874E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B80E6-B5E4-426E-A4F6-20FCF07247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9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785FA8-DE4C-F290-868B-0C66B789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4F1B4CB-83F3-A798-21B9-45B38321B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EFC4B-12E1-4690-8F2B-0F6B6D2E003E}" type="datetimeFigureOut">
              <a:rPr lang="ko-KR" altLang="en-US" smtClean="0"/>
              <a:t>2025-09-07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A3E614-982B-DA38-F144-6F205C46C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16560E-5CEF-B47A-A710-EC69A4751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B80E6-B5E4-426E-A4F6-20FCF07247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12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808BDE1-54AF-7ABD-DEFB-D167A04EC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EFC4B-12E1-4690-8F2B-0F6B6D2E003E}" type="datetimeFigureOut">
              <a:rPr lang="ko-KR" altLang="en-US" smtClean="0"/>
              <a:t>2025-09-07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C3B6A7B-8A55-1808-00E7-72745C871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504952-963F-A0AD-E6CA-3D29F1771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B80E6-B5E4-426E-A4F6-20FCF07247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87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5A6F8D-0039-1CB0-EFCE-C64B6821D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017B04-C5E7-EA06-31E6-F01B327AC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CD4251-0EC2-F861-1F37-BD78EB4F9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18AE35-BE9D-85EB-48A4-9496F7336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EFC4B-12E1-4690-8F2B-0F6B6D2E003E}" type="datetimeFigureOut">
              <a:rPr lang="ko-KR" altLang="en-US" smtClean="0"/>
              <a:t>2025-09-07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5CB0F8-B890-BE39-CA17-0B9389FE8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DC2D03-ADAC-4E98-7E21-41124C139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B80E6-B5E4-426E-A4F6-20FCF07247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8131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FD9026-0102-AC76-416C-127674BEC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47BB2CA-B841-026D-F7B8-50BB4483C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E59FEA-6FD5-7F01-2707-10D35FDECB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1F27B5-B91E-4352-95B4-83474979C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EFC4B-12E1-4690-8F2B-0F6B6D2E003E}" type="datetimeFigureOut">
              <a:rPr lang="ko-KR" altLang="en-US" smtClean="0"/>
              <a:t>2025-09-07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FC89FD-3244-27F8-1625-E523C597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41D483-10D7-E6F1-3461-D09D6474B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B80E6-B5E4-426E-A4F6-20FCF07247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7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E4E9C1-7F04-5E9D-BCE7-2623F1C9C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61F1AA-DCAE-8C19-CF42-3F1E7F524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CBA1BE-127F-0E11-BC88-CE0F607DB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EFC4B-12E1-4690-8F2B-0F6B6D2E003E}" type="datetimeFigureOut">
              <a:rPr lang="ko-KR" altLang="en-US" smtClean="0"/>
              <a:t>2025-09-07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CCE239-7C85-80C9-4C30-885F51453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D8E4AD-FFAC-7FB8-3FB8-F2119C2C8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B80E6-B5E4-426E-A4F6-20FCF07247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753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1C09FC3-18F1-3514-D972-61153DEF3A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9E7FAC-4E55-E7EC-0627-EBA48060B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5C04CF-AD1C-D16B-1A0A-2679A516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EFC4B-12E1-4690-8F2B-0F6B6D2E003E}" type="datetimeFigureOut">
              <a:rPr lang="ko-KR" altLang="en-US" smtClean="0"/>
              <a:t>2025-09-07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AC3939-EFC9-08F0-34B4-AC4C458B2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3E0D9B-0746-EC34-E986-00E5452A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B80E6-B5E4-426E-A4F6-20FCF07247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20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437C23D-7040-3468-DE7F-CD07E8ACB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3E4920-B317-831B-5117-28E67091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C71107-38AE-62AA-D152-238314157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8EFC4B-12E1-4690-8F2B-0F6B6D2E003E}" type="datetimeFigureOut">
              <a:rPr lang="ko-KR" altLang="en-US" smtClean="0"/>
              <a:t>2025-09-07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3188D0-5560-7515-9021-885082404C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080426-F832-D21F-5092-874918716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BB80E6-B5E4-426E-A4F6-20FCF07247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999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A841A3-A436-7FFE-A759-C07B604F24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개발환경 설치 매뉴얼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2F11793-83E7-9DD3-74B2-AF51CFE1CB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공통 프로그램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en-US" altLang="ko-KR" dirty="0" err="1"/>
              <a:t>Nodepad</a:t>
            </a:r>
            <a:r>
              <a:rPr lang="en-US" altLang="ko-KR" dirty="0"/>
              <a:t>++)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en-US" altLang="ko-KR" dirty="0" err="1"/>
              <a:t>HeidiSQL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6961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Notepad++ </a:t>
            </a:r>
            <a:r>
              <a:rPr lang="ko-KR" altLang="en-US"/>
              <a:t>설치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14875" y="3263106"/>
            <a:ext cx="2762250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876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Notepad++ </a:t>
            </a:r>
            <a:r>
              <a:rPr lang="ko-KR" altLang="en-US"/>
              <a:t>설치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8987" y="2286794"/>
            <a:ext cx="553402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443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Notepad++ </a:t>
            </a:r>
            <a:r>
              <a:rPr lang="ko-KR" altLang="en-US"/>
              <a:t>설치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8987" y="2286794"/>
            <a:ext cx="553402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685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Notepad++ </a:t>
            </a:r>
            <a:r>
              <a:rPr lang="ko-KR" altLang="en-US"/>
              <a:t>설치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8987" y="2286794"/>
            <a:ext cx="553402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7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Notepad++ </a:t>
            </a:r>
            <a:r>
              <a:rPr lang="ko-KR" altLang="en-US"/>
              <a:t>설치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1975" y="2286794"/>
            <a:ext cx="5534025" cy="34290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86794"/>
            <a:ext cx="553402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017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Notepad++ </a:t>
            </a:r>
            <a:r>
              <a:rPr lang="ko-KR" altLang="en-US"/>
              <a:t>설치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8987" y="2286794"/>
            <a:ext cx="553402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024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Notepad++ </a:t>
            </a:r>
            <a:r>
              <a:rPr lang="ko-KR" altLang="en-US"/>
              <a:t>설치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8987" y="2286794"/>
            <a:ext cx="553402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048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Notepad++ </a:t>
            </a:r>
            <a:r>
              <a:rPr lang="ko-KR" altLang="en-US"/>
              <a:t>설치 완료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8987" y="2286794"/>
            <a:ext cx="5534025" cy="34290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950676" y="5418437"/>
            <a:ext cx="821724" cy="1853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815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HeidiSQL </a:t>
            </a:r>
            <a:r>
              <a:rPr lang="ko-KR" altLang="en-US"/>
              <a:t>설치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19600" y="2682081"/>
            <a:ext cx="3352800" cy="2638425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4948881" y="3867665"/>
            <a:ext cx="2693773" cy="5375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130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HeidiSQL </a:t>
            </a:r>
            <a:r>
              <a:rPr lang="ko-KR" altLang="en-US"/>
              <a:t>설치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91025" y="3182144"/>
            <a:ext cx="340995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88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HeidiSQL </a:t>
            </a:r>
            <a:r>
              <a:rPr lang="ko-KR" altLang="en-US"/>
              <a:t>설치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2013" y="1825625"/>
            <a:ext cx="56079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088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HeidiSQL </a:t>
            </a:r>
            <a:r>
              <a:rPr lang="ko-KR" altLang="en-US"/>
              <a:t>설치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2013" y="1825625"/>
            <a:ext cx="56079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503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HeidiSQL </a:t>
            </a:r>
            <a:r>
              <a:rPr lang="ko-KR" altLang="en-US"/>
              <a:t>설치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2013" y="1825625"/>
            <a:ext cx="56079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827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HeidiSQL </a:t>
            </a:r>
            <a:r>
              <a:rPr lang="ko-KR" altLang="en-US"/>
              <a:t>설치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2013" y="1825625"/>
            <a:ext cx="5607974" cy="4351338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3645244" y="4158048"/>
            <a:ext cx="228599" cy="4324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3750276" y="4782065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자동업데이트 체크 해제</a:t>
            </a:r>
          </a:p>
        </p:txBody>
      </p:sp>
    </p:spTree>
    <p:extLst>
      <p:ext uri="{BB962C8B-B14F-4D97-AF65-F5344CB8AC3E}">
        <p14:creationId xmlns:p14="http://schemas.microsoft.com/office/powerpoint/2010/main" val="2211096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HeidiSQL </a:t>
            </a:r>
            <a:r>
              <a:rPr lang="ko-KR" altLang="en-US"/>
              <a:t>설치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2013" y="1825625"/>
            <a:ext cx="56079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392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HeidiSQL </a:t>
            </a:r>
            <a:r>
              <a:rPr lang="ko-KR" altLang="en-US"/>
              <a:t>설치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2013" y="1825625"/>
            <a:ext cx="56079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25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HeidiSQL </a:t>
            </a:r>
            <a:r>
              <a:rPr lang="ko-KR" altLang="en-US"/>
              <a:t>설치 완료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2013" y="1825625"/>
            <a:ext cx="5607974" cy="435133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309023" y="5879413"/>
            <a:ext cx="679620" cy="1877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849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94</Words>
  <Application>Microsoft Office PowerPoint</Application>
  <PresentationFormat>와이드스크린</PresentationFormat>
  <Paragraphs>20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개발환경 설치 매뉴얼</vt:lpstr>
      <vt:lpstr>2. Notepad++ 설치</vt:lpstr>
      <vt:lpstr>2. Notepad++ 설치</vt:lpstr>
      <vt:lpstr>2. Notepad++ 설치</vt:lpstr>
      <vt:lpstr>2. Notepad++ 설치</vt:lpstr>
      <vt:lpstr>2. Notepad++ 설치</vt:lpstr>
      <vt:lpstr>2. Notepad++ 설치</vt:lpstr>
      <vt:lpstr>2. Notepad++ 설치</vt:lpstr>
      <vt:lpstr>2. Notepad++ 설치 완료</vt:lpstr>
      <vt:lpstr>3. HeidiSQL 설치</vt:lpstr>
      <vt:lpstr>3. HeidiSQL 설치</vt:lpstr>
      <vt:lpstr>3. HeidiSQL 설치</vt:lpstr>
      <vt:lpstr>3. HeidiSQL 설치</vt:lpstr>
      <vt:lpstr>3. HeidiSQL 설치</vt:lpstr>
      <vt:lpstr>3. HeidiSQL 설치</vt:lpstr>
      <vt:lpstr>3. HeidiSQL 설치</vt:lpstr>
      <vt:lpstr>3. HeidiSQL 설치</vt:lpstr>
      <vt:lpstr>3. HeidiSQL 설치 완료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</cp:revision>
  <dcterms:created xsi:type="dcterms:W3CDTF">2025-09-05T02:16:04Z</dcterms:created>
  <dcterms:modified xsi:type="dcterms:W3CDTF">2025-09-07T07:28:46Z</dcterms:modified>
</cp:coreProperties>
</file>