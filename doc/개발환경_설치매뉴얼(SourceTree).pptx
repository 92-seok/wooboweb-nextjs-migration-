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65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7007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116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9054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9306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24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2429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4313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6084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829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6855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164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A8D933-2F53-45D7-9460-5D128D4E54D0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AF6C93-D820-4D72-A658-A55DD13AA1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691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SourceTree</a:t>
            </a:r>
            <a:r>
              <a:rPr lang="ko-KR" altLang="en-US" dirty="0"/>
              <a:t> 설치 매뉴얼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8274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6419" y="1825625"/>
            <a:ext cx="777916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618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내용 개체 틀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18916" y="1938843"/>
            <a:ext cx="6754168" cy="412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185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52258" y="1957896"/>
            <a:ext cx="6687483" cy="408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646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99863" y="1943607"/>
            <a:ext cx="6792273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834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</Words>
  <Application>Microsoft Office PowerPoint</Application>
  <PresentationFormat>와이드스크린</PresentationFormat>
  <Paragraphs>1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SourceTree 설치 매뉴얼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JUNG</dc:creator>
  <cp:lastModifiedBy>Admin</cp:lastModifiedBy>
  <cp:revision>2</cp:revision>
  <dcterms:created xsi:type="dcterms:W3CDTF">2025-09-05T12:55:58Z</dcterms:created>
  <dcterms:modified xsi:type="dcterms:W3CDTF">2026-01-06T00:35:48Z</dcterms:modified>
</cp:coreProperties>
</file>