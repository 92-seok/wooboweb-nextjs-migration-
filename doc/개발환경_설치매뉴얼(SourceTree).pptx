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00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1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054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93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2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42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31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08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2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855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164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8D933-2F53-45D7-9460-5D128D4E54D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69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274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419" y="1825625"/>
            <a:ext cx="77791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1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8916" y="1938843"/>
            <a:ext cx="6754168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8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258" y="1957896"/>
            <a:ext cx="6687483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46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863" y="1943607"/>
            <a:ext cx="6792273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34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2431" y="1825625"/>
            <a:ext cx="59471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595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와이드스크린</PresentationFormat>
  <Paragraphs>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</dc:creator>
  <cp:lastModifiedBy>JUNG</cp:lastModifiedBy>
  <cp:revision>1</cp:revision>
  <dcterms:created xsi:type="dcterms:W3CDTF">2025-09-05T12:55:58Z</dcterms:created>
  <dcterms:modified xsi:type="dcterms:W3CDTF">2025-09-05T13:01:41Z</dcterms:modified>
</cp:coreProperties>
</file>