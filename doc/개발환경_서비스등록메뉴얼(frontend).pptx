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7" r:id="rId5"/>
    <p:sldId id="261" r:id="rId6"/>
    <p:sldId id="263" r:id="rId7"/>
    <p:sldId id="264" r:id="rId8"/>
    <p:sldId id="259" r:id="rId9"/>
    <p:sldId id="26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13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5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902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57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21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993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57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70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03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8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30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2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monitor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817018"/>
            <a:ext cx="9144000" cy="1223963"/>
          </a:xfrm>
        </p:spPr>
        <p:txBody>
          <a:bodyPr>
            <a:normAutofit/>
          </a:bodyPr>
          <a:lstStyle/>
          <a:p>
            <a:r>
              <a:rPr lang="ko-KR" altLang="en-US" sz="5000" dirty="0" smtClean="0">
                <a:latin typeface="+mj-ea"/>
              </a:rPr>
              <a:t>개발환경</a:t>
            </a:r>
            <a:r>
              <a:rPr lang="en-US" altLang="ko-KR" sz="5000" dirty="0" smtClean="0">
                <a:latin typeface="+mj-ea"/>
              </a:rPr>
              <a:t>_</a:t>
            </a:r>
            <a:r>
              <a:rPr lang="ko-KR" altLang="en-US" sz="5000" dirty="0" smtClean="0">
                <a:latin typeface="+mj-ea"/>
              </a:rPr>
              <a:t>서비스등록메뉴얼</a:t>
            </a:r>
            <a:r>
              <a:rPr lang="en-US" altLang="ko-KR" sz="4000" dirty="0" smtClean="0">
                <a:latin typeface="+mj-ea"/>
              </a:rPr>
              <a:t/>
            </a:r>
            <a:br>
              <a:rPr lang="en-US" altLang="ko-KR" sz="4000" dirty="0" smtClean="0">
                <a:latin typeface="+mj-ea"/>
              </a:rPr>
            </a:br>
            <a:r>
              <a:rPr lang="en-US" altLang="ko-KR" sz="2000" dirty="0" smtClean="0">
                <a:latin typeface="+mj-ea"/>
              </a:rPr>
              <a:t>(</a:t>
            </a:r>
            <a:r>
              <a:rPr lang="en-US" altLang="ko-KR" sz="2000" dirty="0" err="1" smtClean="0">
                <a:latin typeface="+mj-ea"/>
              </a:rPr>
              <a:t>FrontEnd</a:t>
            </a:r>
            <a:r>
              <a:rPr lang="en-US" altLang="ko-KR" sz="2000" dirty="0" smtClean="0">
                <a:latin typeface="+mj-ea"/>
              </a:rPr>
              <a:t> – </a:t>
            </a:r>
            <a:r>
              <a:rPr lang="en-US" altLang="ko-KR" sz="2000" dirty="0" err="1" smtClean="0">
                <a:latin typeface="+mj-ea"/>
              </a:rPr>
              <a:t>VueJS</a:t>
            </a:r>
            <a:r>
              <a:rPr lang="en-US" altLang="ko-KR" sz="2000" dirty="0" smtClean="0">
                <a:latin typeface="+mj-ea"/>
              </a:rPr>
              <a:t>, </a:t>
            </a:r>
            <a:r>
              <a:rPr lang="en-US" altLang="ko-KR" sz="2000" dirty="0" err="1" smtClean="0">
                <a:latin typeface="+mj-ea"/>
              </a:rPr>
              <a:t>Xampp</a:t>
            </a:r>
            <a:r>
              <a:rPr lang="en-US" altLang="ko-KR" sz="2000" dirty="0" smtClean="0">
                <a:latin typeface="+mj-ea"/>
              </a:rPr>
              <a:t>)</a:t>
            </a:r>
            <a:endParaRPr lang="ko-KR" altLang="en-US" sz="20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9684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9" y="1259151"/>
            <a:ext cx="6716659" cy="36670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8244296" y="1140800"/>
            <a:ext cx="2916183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Vite.config.js </a:t>
            </a:r>
            <a:r>
              <a:rPr lang="ko-KR" altLang="en-US" sz="1200" dirty="0" smtClean="0"/>
              <a:t>파일 오픈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Base </a:t>
            </a:r>
            <a:r>
              <a:rPr lang="ko-KR" altLang="en-US" sz="1200" dirty="0" smtClean="0"/>
              <a:t>폴더를 지정하기 </a:t>
            </a:r>
            <a:r>
              <a:rPr lang="en-US" altLang="ko-KR" sz="1200" dirty="0" smtClean="0"/>
              <a:t>ex) monitor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90012" y="1565524"/>
            <a:ext cx="6468566" cy="33606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8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7856370" y="1140800"/>
            <a:ext cx="369203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en-US" altLang="ko-KR" sz="1200" dirty="0" err="1" smtClean="0"/>
              <a:t>Vscode</a:t>
            </a:r>
            <a:r>
              <a:rPr lang="ko-KR" altLang="en-US" sz="1200" dirty="0" smtClean="0"/>
              <a:t>에서 터미널 </a:t>
            </a:r>
            <a:r>
              <a:rPr lang="en-US" altLang="ko-KR" sz="1200" dirty="0" smtClean="0"/>
              <a:t>-&gt; frontend </a:t>
            </a:r>
            <a:r>
              <a:rPr lang="ko-KR" altLang="en-US" sz="1200" dirty="0" smtClean="0"/>
              <a:t>디렉토리 이동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err="1" smtClean="0">
                <a:solidFill>
                  <a:srgbClr val="FF0000"/>
                </a:solidFill>
              </a:rPr>
              <a:t>Npm</a:t>
            </a:r>
            <a:r>
              <a:rPr lang="en-US" altLang="ko-KR" sz="1200" dirty="0" smtClean="0">
                <a:solidFill>
                  <a:srgbClr val="FF0000"/>
                </a:solidFill>
              </a:rPr>
              <a:t> run build </a:t>
            </a:r>
            <a:r>
              <a:rPr lang="ko-KR" altLang="en-US" sz="1200" dirty="0" smtClean="0"/>
              <a:t>명령어 실행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-&gt; </a:t>
            </a:r>
            <a:r>
              <a:rPr lang="ko-KR" altLang="en-US" sz="1200" dirty="0" err="1" smtClean="0"/>
              <a:t>터미털</a:t>
            </a:r>
            <a:r>
              <a:rPr lang="ko-KR" altLang="en-US" sz="1200" dirty="0" smtClean="0"/>
              <a:t> 창 로그를 확인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정상적으로 빌드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완료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 smtClean="0"/>
              <a:t>-&gt; </a:t>
            </a:r>
            <a:r>
              <a:rPr lang="ko-KR" altLang="en-US" sz="1200" dirty="0" smtClean="0"/>
              <a:t>좌측 </a:t>
            </a:r>
            <a:r>
              <a:rPr lang="ko-KR" altLang="en-US" sz="1200" dirty="0" err="1" smtClean="0"/>
              <a:t>파일트리에</a:t>
            </a:r>
            <a:r>
              <a:rPr lang="ko-KR" altLang="en-US" sz="1200" dirty="0" smtClean="0"/>
              <a:t>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dist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 생성됨을 볼 수 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 err="1" smtClean="0"/>
              <a:t>Dist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파일은 배포될 코드들을 압축해 놓은 형태</a:t>
            </a:r>
            <a:endParaRPr lang="ko-KR" altLang="en-US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19" y="1140800"/>
            <a:ext cx="6460799" cy="457639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593409" y="3930650"/>
            <a:ext cx="3968750" cy="157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16350" y="2983199"/>
            <a:ext cx="1114000" cy="445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63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68" y="1140800"/>
            <a:ext cx="6379669" cy="3818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7453128" y="1140800"/>
            <a:ext cx="4399281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생성된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dist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파일을 아래 경로로 이동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-&gt; c</a:t>
            </a:r>
            <a:r>
              <a:rPr lang="ko-KR" altLang="en-US" sz="1200" dirty="0" smtClean="0"/>
              <a:t>드라이브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xampp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htdocs</a:t>
            </a:r>
            <a:r>
              <a:rPr lang="en-US" altLang="ko-KR" sz="1200" dirty="0" smtClean="0"/>
              <a:t>/</a:t>
            </a:r>
            <a:r>
              <a:rPr lang="ko-KR" altLang="en-US" sz="1200" dirty="0" smtClean="0">
                <a:solidFill>
                  <a:srgbClr val="FF0000"/>
                </a:solidFill>
              </a:rPr>
              <a:t>파일명</a:t>
            </a:r>
            <a:r>
              <a:rPr lang="en-US" altLang="ko-KR" sz="1200" dirty="0" smtClean="0">
                <a:solidFill>
                  <a:srgbClr val="FF0000"/>
                </a:solidFill>
              </a:rPr>
              <a:t>/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dist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</a:rPr>
              <a:t>내부 파일 넣기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endParaRPr lang="en-US" altLang="ko-KR" sz="1200" dirty="0" smtClean="0"/>
          </a:p>
          <a:p>
            <a:r>
              <a:rPr lang="en-US" altLang="ko-KR" sz="1200" dirty="0"/>
              <a:t>(</a:t>
            </a:r>
            <a:r>
              <a:rPr lang="ko-KR" altLang="en-US" sz="1200" dirty="0" smtClean="0"/>
              <a:t>예시로 </a:t>
            </a:r>
            <a:r>
              <a:rPr lang="en-US" altLang="ko-KR" sz="1200" dirty="0" smtClean="0"/>
              <a:t>monitor </a:t>
            </a:r>
            <a:r>
              <a:rPr lang="ko-KR" altLang="en-US" sz="1200" dirty="0" smtClean="0"/>
              <a:t>폴더를 생성 후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안에 </a:t>
            </a:r>
            <a:r>
              <a:rPr lang="en-US" altLang="ko-KR" sz="1200" dirty="0" err="1" smtClean="0"/>
              <a:t>dist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생성 파일을 넣음</a:t>
            </a:r>
            <a:r>
              <a:rPr lang="en-US" altLang="ko-KR" sz="1200" dirty="0" smtClean="0"/>
              <a:t>)</a:t>
            </a:r>
            <a:r>
              <a:rPr lang="ko-KR" altLang="en-US" sz="1200" dirty="0" smtClean="0">
                <a:solidFill>
                  <a:srgbClr val="FF0000"/>
                </a:solidFill>
              </a:rPr>
              <a:t> </a:t>
            </a:r>
            <a:endParaRPr lang="en-US" altLang="ko-KR" sz="120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1300120" y="1275908"/>
            <a:ext cx="2185082" cy="246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395811" y="1657486"/>
            <a:ext cx="2609117" cy="7801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88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1" y="1275908"/>
            <a:ext cx="7009869" cy="42463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8267111" y="1140800"/>
            <a:ext cx="282801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en-US" altLang="ko-KR" sz="1200" dirty="0" err="1" smtClean="0"/>
              <a:t>Dist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 안에 </a:t>
            </a:r>
            <a:r>
              <a:rPr lang="en-US" altLang="ko-KR" sz="1200" dirty="0" smtClean="0">
                <a:solidFill>
                  <a:srgbClr val="FF0000"/>
                </a:solidFill>
              </a:rPr>
              <a:t>.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htaccess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 생성  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-&gt; </a:t>
            </a:r>
            <a:r>
              <a:rPr lang="ko-KR" altLang="en-US" sz="1200" dirty="0" smtClean="0"/>
              <a:t>좌측 화면 코드 입력</a:t>
            </a:r>
            <a:endParaRPr lang="en-US" altLang="ko-KR" sz="1200" dirty="0" smtClean="0"/>
          </a:p>
        </p:txBody>
      </p:sp>
      <p:sp>
        <p:nvSpPr>
          <p:cNvPr id="13" name="직사각형 12"/>
          <p:cNvSpPr/>
          <p:nvPr/>
        </p:nvSpPr>
        <p:spPr>
          <a:xfrm>
            <a:off x="88591" y="1659694"/>
            <a:ext cx="2609117" cy="7801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54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8" y="1140800"/>
            <a:ext cx="6633039" cy="5350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7796925" y="1140800"/>
            <a:ext cx="37825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Apache </a:t>
            </a:r>
            <a:r>
              <a:rPr lang="en-US" altLang="ko-KR" sz="1200" dirty="0" err="1" smtClean="0"/>
              <a:t>httpd.conf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파일에서 </a:t>
            </a:r>
            <a:r>
              <a:rPr lang="en-US" altLang="ko-KR" sz="1200" dirty="0" err="1" smtClean="0"/>
              <a:t>mod_rewrite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주석 풀기</a:t>
            </a:r>
            <a:endParaRPr lang="en-US" altLang="ko-KR" sz="1200" dirty="0" smtClean="0"/>
          </a:p>
        </p:txBody>
      </p:sp>
      <p:sp>
        <p:nvSpPr>
          <p:cNvPr id="11" name="직사각형 10"/>
          <p:cNvSpPr/>
          <p:nvPr/>
        </p:nvSpPr>
        <p:spPr>
          <a:xfrm>
            <a:off x="341918" y="5365897"/>
            <a:ext cx="3889839" cy="1460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38769" y="1192817"/>
            <a:ext cx="724882" cy="1586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32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7" y="1140799"/>
            <a:ext cx="6633039" cy="53501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8205272" y="1140800"/>
            <a:ext cx="29658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Apache </a:t>
            </a:r>
            <a:r>
              <a:rPr lang="en-US" altLang="ko-KR" sz="1200" dirty="0" err="1" smtClean="0"/>
              <a:t>httpd.conf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파일에서 </a:t>
            </a:r>
            <a:endParaRPr lang="en-US" altLang="ko-KR" sz="1200" dirty="0" smtClean="0"/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 err="1" smtClean="0">
                <a:solidFill>
                  <a:srgbClr val="FF0000"/>
                </a:solidFill>
              </a:rPr>
              <a:t>AllowOverride</a:t>
            </a:r>
            <a:r>
              <a:rPr lang="en-US" altLang="ko-KR" sz="1200" dirty="0" smtClean="0">
                <a:solidFill>
                  <a:srgbClr val="FF0000"/>
                </a:solidFill>
              </a:rPr>
              <a:t> All,</a:t>
            </a: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Require all granted </a:t>
            </a:r>
            <a:r>
              <a:rPr lang="ko-KR" altLang="en-US" sz="1200" dirty="0" err="1" smtClean="0"/>
              <a:t>주석확인</a:t>
            </a:r>
            <a:endParaRPr lang="en-US" altLang="ko-KR" sz="1200" dirty="0" smtClean="0"/>
          </a:p>
        </p:txBody>
      </p:sp>
      <p:sp>
        <p:nvSpPr>
          <p:cNvPr id="11" name="직사각형 10"/>
          <p:cNvSpPr/>
          <p:nvPr/>
        </p:nvSpPr>
        <p:spPr>
          <a:xfrm>
            <a:off x="468919" y="5467497"/>
            <a:ext cx="724882" cy="1586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1619" y="5956447"/>
            <a:ext cx="724882" cy="1586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38769" y="1192889"/>
            <a:ext cx="724882" cy="1586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42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7889482" y="1140800"/>
            <a:ext cx="359746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Apache </a:t>
            </a:r>
            <a:r>
              <a:rPr lang="ko-KR" altLang="en-US" sz="1200" dirty="0" smtClean="0"/>
              <a:t>확인해서 웹 서버 구동 시작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-&gt; </a:t>
            </a:r>
            <a:r>
              <a:rPr lang="en-US" altLang="ko-KR" sz="1200" dirty="0" smtClean="0">
                <a:hlinkClick r:id="rId2"/>
              </a:rPr>
              <a:t>http://localhost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동작 하면 구동되고 있는 상황</a:t>
            </a:r>
            <a:endParaRPr lang="en-US" altLang="ko-KR" sz="1200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1" y="1140800"/>
            <a:ext cx="6363588" cy="413442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93135" y="2055628"/>
            <a:ext cx="2920409" cy="290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41919" y="3520115"/>
            <a:ext cx="3889839" cy="1470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8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56" y="1140800"/>
            <a:ext cx="6570758" cy="4138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7769134" y="1140800"/>
            <a:ext cx="38523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ko-KR" altLang="en-US" sz="1200" dirty="0" err="1" smtClean="0"/>
              <a:t>웹페이지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주소창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입력 </a:t>
            </a:r>
            <a:r>
              <a:rPr lang="en-US" altLang="ko-KR" sz="1200" dirty="0" smtClean="0"/>
              <a:t>-&gt;</a:t>
            </a:r>
            <a:r>
              <a:rPr lang="ko-KR" altLang="en-US" sz="1200" dirty="0" smtClean="0"/>
              <a:t> </a:t>
            </a:r>
            <a:r>
              <a:rPr lang="en-US" altLang="ko-KR" sz="1200" dirty="0" smtClean="0">
                <a:hlinkClick r:id="rId3"/>
              </a:rPr>
              <a:t>http://localhost/monitor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생성한 폴더 명을 적어 주고 위 주소로 들어 갔을 때</a:t>
            </a:r>
            <a:endParaRPr lang="en-US" altLang="ko-KR" sz="1200" dirty="0" smtClean="0"/>
          </a:p>
          <a:p>
            <a:r>
              <a:rPr lang="ko-KR" altLang="en-US" sz="1200" dirty="0" smtClean="0"/>
              <a:t>좌측 이미지 같이 이미지 같이 나오면 정상 등록 완료</a:t>
            </a:r>
            <a:endParaRPr lang="en-US" altLang="ko-KR" sz="1200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666308" y="1254643"/>
            <a:ext cx="715926" cy="2268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0856" y="1596772"/>
            <a:ext cx="6570758" cy="3682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57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214</Words>
  <Application>Microsoft Office PowerPoint</Application>
  <PresentationFormat>와이드스크린</PresentationFormat>
  <Paragraphs>56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개발환경_서비스등록메뉴얼 (FrontEnd – VueJS, Xampp)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개발환경_서비스등록메뉴얼 (Vue3, Xampp)</dc:title>
  <dc:creator>Woobo_1017</dc:creator>
  <cp:lastModifiedBy>Woobo_1017</cp:lastModifiedBy>
  <cp:revision>6</cp:revision>
  <dcterms:created xsi:type="dcterms:W3CDTF">2025-12-30T01:43:24Z</dcterms:created>
  <dcterms:modified xsi:type="dcterms:W3CDTF">2025-12-30T02:14:38Z</dcterms:modified>
</cp:coreProperties>
</file>