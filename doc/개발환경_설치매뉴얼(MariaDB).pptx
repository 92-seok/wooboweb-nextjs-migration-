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02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E8E89-9C7C-6295-5B58-E455A51732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20CB8E-14CD-A8D7-5B76-C68B66DC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9E4DC9-6B9F-36F1-9114-1CF640AE1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656252-5A5A-BC0F-A090-6EF21A8A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2B3A11-7E2E-527E-FF89-15EA477D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45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E075A-84E1-4573-D1B4-35AB4F25B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2C824-1EE0-F6FD-CA40-8BF4618B5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86AFDE-3A53-5931-9E8C-0DAC2C0E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71411-6986-C8F4-1ABF-8FD69939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A96AF-9AF0-B4C2-6470-20C4BFF1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13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56253-B317-3634-2D6C-51E36E79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7875E-C93B-391A-8250-2F900C8ED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AFB0A-35F8-8870-6BB3-F36170AF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248E38-A8E4-9464-1566-2F2C42A0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E835D9-7CB2-C953-F800-06C3E88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128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51426-6859-E512-794E-D9EA75146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4DA498-5419-BB31-7A89-8336B2199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255C78-B744-0E8E-3F24-7C97C46C4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07A366-9AA2-A22B-6417-57946217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545165-70DA-B7AC-66AF-6AEF26159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A56607-8421-00EB-CA42-03D4F36A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96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AE766-8F68-610B-0B32-9258AFC6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0D429E-B931-6706-2882-7E8029A5B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065DF7-66C8-859A-5A6D-916E5CFFC1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EC448A-883A-D8C4-D854-77FBEE7787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9DFAAF-C44E-CCD5-C089-94CF9B0FC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36BF31-64BE-A580-A9FE-305E0B89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BEFADA4-8353-DBB1-826E-7735E804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F5FB0D-F1E2-641A-A970-3E33318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976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C6B16-172C-9751-6485-42E12D34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3D2F4-C67F-0E1E-52B5-E853899F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7E8EF-20E4-CECA-7446-B71A7CA2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A3C0DB-9E97-B5A7-35D2-103B6C362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533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BD7C12-0887-C5A9-09DD-45ADFBF9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C9F16AA-C455-900A-A162-39012C3E7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5394C-5625-2D60-0989-1A7818AB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00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6063F-8FDF-38D3-B73F-56C346B5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09F09F-012D-C978-41E8-7ED07EB68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41C88D-D65E-BA06-A1C8-3C45FCB7C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5FA8CB-C6F5-2C66-CA14-1B83FC7E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5453DE-BC3B-66A0-8997-C909F7697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0A2B47-361B-9EC8-F8C1-880FF3428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305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D0B87-B033-0466-B439-F20525890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323AE3-CB92-5C93-96C5-16553DB0F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C7486F-6B03-BE98-4ECA-F17F75807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E00927-CA6D-1B76-350B-47E7FEEA0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692819-7F36-4816-4631-0F4A731FF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95E75E-6178-DE04-B5DC-ABEB5B9F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363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CA5EE-D066-B4E2-D598-3904200B5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0F4A-5621-0F55-4477-6E686F96C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3468F-B442-FF6E-116C-284C94A80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E39910-C6BA-1477-E018-70498DDD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6A27E6-02C1-3212-1502-5E1F45D5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566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2EEC9D-207A-8F24-7042-EF0D3AE11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107AA9-D1A6-7D56-A6B5-BB55ABDB2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50D98-1618-53EE-9016-A4D2390A6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6D881B-28E2-E855-B7D7-06C303C81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90FD7D-3A8D-818D-58EA-590CFF4C4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8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495A192-3583-2B10-B73E-921402AD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93F6A1-E7D2-F085-C561-36677F2DD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0DEA2-1721-3F34-E180-71FB6968C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3C0857-5E83-4ED7-8050-78E5F8A15FA7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3FE490-1FD9-A768-7C03-8C1A14D22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D800A-F8F4-CC02-D0C8-C2E012E451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94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29AA02-32FC-9BD6-F44C-238359ED5C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52893B-06E1-CC37-78F8-106113576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033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298B3-C310-5404-4823-ACBECE7E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DA1ECC1-2CBF-6DFC-B014-23C5DD951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422" y="1825625"/>
            <a:ext cx="81911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290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EC82E-A496-0AF2-5531-4E9796D1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04FF003-528E-95C1-3DB1-106A084CE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4063" y="1825625"/>
            <a:ext cx="81638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770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</cp:revision>
  <dcterms:created xsi:type="dcterms:W3CDTF">2025-09-02T12:26:54Z</dcterms:created>
  <dcterms:modified xsi:type="dcterms:W3CDTF">2025-09-02T12:28:56Z</dcterms:modified>
</cp:coreProperties>
</file>