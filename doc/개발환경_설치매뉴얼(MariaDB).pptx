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1" d="100"/>
          <a:sy n="151" d="100"/>
        </p:scale>
        <p:origin x="654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9E8E89-9C7C-6295-5B58-E455A51732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C20CB8E-14CD-A8D7-5B76-C68B66DCB5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9E4DC9-6B9F-36F1-9114-1CF640AE1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C0857-5E83-4ED7-8050-78E5F8A15FA7}" type="datetimeFigureOut">
              <a:rPr lang="ko-KR" altLang="en-US" smtClean="0"/>
              <a:t>2025-09-04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656252-5A5A-BC0F-A090-6EF21A8A4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F2B3A11-7E2E-527E-FF89-15EA477DD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C954F-0EC6-4BD3-98FA-68C5022AE0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645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8E075A-84E1-4573-D1B4-35AB4F25B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552C824-1EE0-F6FD-CA40-8BF4618B51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586AFDE-3A53-5931-9E8C-0DAC2C0E3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C0857-5E83-4ED7-8050-78E5F8A15FA7}" type="datetimeFigureOut">
              <a:rPr lang="ko-KR" altLang="en-US" smtClean="0"/>
              <a:t>2025-09-04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CC71411-6986-C8F4-1ABF-8FD699397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6EA96AF-9AF0-B4C2-6470-20C4BFF18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C954F-0EC6-4BD3-98FA-68C5022AE0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51384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F56253-B317-3634-2D6C-51E36E79C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4E7875E-C93B-391A-8250-2F900C8EDC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21AFB0A-35F8-8870-6BB3-F36170AFC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C0857-5E83-4ED7-8050-78E5F8A15FA7}" type="datetimeFigureOut">
              <a:rPr lang="ko-KR" altLang="en-US" smtClean="0"/>
              <a:t>2025-09-04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D248E38-A8E4-9464-1566-2F2C42A0B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3E835D9-7CB2-C953-F800-06C3E8876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C954F-0EC6-4BD3-98FA-68C5022AE0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1128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851426-6859-E512-794E-D9EA75146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84DA498-5419-BB31-7A89-8336B21991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B255C78-B744-0E8E-3F24-7C97C46C4D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807A366-9AA2-A22B-6417-579462174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C0857-5E83-4ED7-8050-78E5F8A15FA7}" type="datetimeFigureOut">
              <a:rPr lang="ko-KR" altLang="en-US" smtClean="0"/>
              <a:t>2025-09-04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B545165-70DA-B7AC-66AF-6AEF26159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0A56607-8421-00EB-CA42-03D4F36A3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C954F-0EC6-4BD3-98FA-68C5022AE0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7963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9AE766-8F68-610B-0B32-9258AFC66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00D429E-B931-6706-2882-7E8029A5B9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6065DF7-66C8-859A-5A6D-916E5CFFC1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2EC448A-883A-D8C4-D854-77FBEE7787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A9DFAAF-C44E-CCD5-C089-94CF9B0FC0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036BF31-64BE-A580-A9FE-305E0B895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C0857-5E83-4ED7-8050-78E5F8A15FA7}" type="datetimeFigureOut">
              <a:rPr lang="ko-KR" altLang="en-US" smtClean="0"/>
              <a:t>2025-09-04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BEFADA4-8353-DBB1-826E-7735E804F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5F5FB0D-F1E2-641A-A970-3E33318A4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C954F-0EC6-4BD3-98FA-68C5022AE0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2976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9C6B16-172C-9751-6485-42E12D345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D23D2F4-C67F-0E1E-52B5-E853899F0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C0857-5E83-4ED7-8050-78E5F8A15FA7}" type="datetimeFigureOut">
              <a:rPr lang="ko-KR" altLang="en-US" smtClean="0"/>
              <a:t>2025-09-04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557E8EF-20E4-CECA-7446-B71A7CA24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AA3C0DB-9E97-B5A7-35D2-103B6C362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C954F-0EC6-4BD3-98FA-68C5022AE0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9533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4BD7C12-0887-C5A9-09DD-45ADFBF9B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C0857-5E83-4ED7-8050-78E5F8A15FA7}" type="datetimeFigureOut">
              <a:rPr lang="ko-KR" altLang="en-US" smtClean="0"/>
              <a:t>2025-09-04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C9F16AA-C455-900A-A162-39012C3E7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35394C-5625-2D60-0989-1A7818AB9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C954F-0EC6-4BD3-98FA-68C5022AE0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40002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46063F-8FDF-38D3-B73F-56C346B5B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09F09F-012D-C978-41E8-7ED07EB684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141C88D-D65E-BA06-A1C8-3C45FCB7C8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55FA8CB-C6F5-2C66-CA14-1B83FC7EA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C0857-5E83-4ED7-8050-78E5F8A15FA7}" type="datetimeFigureOut">
              <a:rPr lang="ko-KR" altLang="en-US" smtClean="0"/>
              <a:t>2025-09-04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85453DE-BC3B-66A0-8997-C909F7697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20A2B47-361B-9EC8-F8C1-880FF3428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C954F-0EC6-4BD3-98FA-68C5022AE0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83053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0D0B87-B033-0466-B439-F20525890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F323AE3-CB92-5C93-96C5-16553DB0FC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DC7486F-6B03-BE98-4ECA-F17F758073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1E00927-CA6D-1B76-350B-47E7FEEA0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C0857-5E83-4ED7-8050-78E5F8A15FA7}" type="datetimeFigureOut">
              <a:rPr lang="ko-KR" altLang="en-US" smtClean="0"/>
              <a:t>2025-09-04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4692819-7F36-4816-4631-0F4A731FF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B95E75E-6178-DE04-B5DC-ABEB5B9F5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C954F-0EC6-4BD3-98FA-68C5022AE0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36388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ECA5EE-D066-B4E2-D598-3904200B5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2FF0F4A-5621-0F55-4477-6E686F96C6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73468F-B442-FF6E-116C-284C94A80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C0857-5E83-4ED7-8050-78E5F8A15FA7}" type="datetimeFigureOut">
              <a:rPr lang="ko-KR" altLang="en-US" smtClean="0"/>
              <a:t>2025-09-04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EE39910-C6BA-1477-E018-70498DDD9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6A27E6-02C1-3212-1502-5E1F45D5F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C954F-0EC6-4BD3-98FA-68C5022AE0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2566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A2EEC9D-207A-8F24-7042-EF0D3AE112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6107AA9-D1A6-7D56-A6B5-BB55ABDB27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E450D98-1618-53EE-9016-A4D2390A6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C0857-5E83-4ED7-8050-78E5F8A15FA7}" type="datetimeFigureOut">
              <a:rPr lang="ko-KR" altLang="en-US" smtClean="0"/>
              <a:t>2025-09-04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F6D881B-28E2-E855-B7D7-06C303C81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D90FD7D-3A8D-818D-58EA-590CFF4C4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C954F-0EC6-4BD3-98FA-68C5022AE0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93784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495A192-3583-2B10-B73E-921402ADE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993F6A1-E7D2-F085-C561-36677F2DD2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C0DEA2-1721-3F34-E180-71FB6968C2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3C0857-5E83-4ED7-8050-78E5F8A15FA7}" type="datetimeFigureOut">
              <a:rPr lang="ko-KR" altLang="en-US" smtClean="0"/>
              <a:t>2025-09-04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E3FE490-1FD9-A768-7C03-8C1A14D22B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70D800A-F8F4-CC02-D0C8-C2E012E451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8C954F-0EC6-4BD3-98FA-68C5022AE0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5994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29AA02-32FC-9BD6-F44C-238359ED5CE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개발환경 설치 매뉴얼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552893B-06E1-CC37-78F8-10611357667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/>
              <a:t>MariaDB v12.0.2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25033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FEC82E-A496-0AF2-5531-4E9796D12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A04FF003-528E-95C1-3DB1-106A084CE8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14063" y="1825625"/>
            <a:ext cx="816387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4770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010A81-34BC-7383-7AD0-6994751A1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8B8AE760-6790-CA97-C648-009AD3F88B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07764" y="1825625"/>
            <a:ext cx="557647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6494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A4FD31-1F84-C155-D4D9-F96CEA171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A1D3840-D986-56F9-EC2D-B00C3D5D59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7174" y="1825625"/>
            <a:ext cx="4996626" cy="2505861"/>
          </a:xfrm>
          <a:prstGeom prst="rect">
            <a:avLst/>
          </a:prstGeom>
        </p:spPr>
      </p:pic>
      <p:pic>
        <p:nvPicPr>
          <p:cNvPr id="11" name="내용 개체 틀 10">
            <a:extLst>
              <a:ext uri="{FF2B5EF4-FFF2-40B4-BE49-F238E27FC236}">
                <a16:creationId xmlns:a16="http://schemas.microsoft.com/office/drawing/2014/main" id="{4279ED70-966E-F86D-BC35-D28479433A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1825625"/>
            <a:ext cx="5548799" cy="4351338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FF33F107-A06A-092D-20F4-4D31767A37C1}"/>
              </a:ext>
            </a:extLst>
          </p:cNvPr>
          <p:cNvSpPr/>
          <p:nvPr/>
        </p:nvSpPr>
        <p:spPr>
          <a:xfrm>
            <a:off x="1117600" y="4483100"/>
            <a:ext cx="5060950" cy="609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8445D05-98C0-B7D9-3901-619E7997360B}"/>
              </a:ext>
            </a:extLst>
          </p:cNvPr>
          <p:cNvSpPr/>
          <p:nvPr/>
        </p:nvSpPr>
        <p:spPr>
          <a:xfrm>
            <a:off x="1117600" y="3321050"/>
            <a:ext cx="5060950" cy="3175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A64A483-DE4A-AEF0-C376-891527BDC02E}"/>
              </a:ext>
            </a:extLst>
          </p:cNvPr>
          <p:cNvSpPr/>
          <p:nvPr/>
        </p:nvSpPr>
        <p:spPr>
          <a:xfrm>
            <a:off x="6584673" y="3530600"/>
            <a:ext cx="3175277" cy="508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00595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1B9FC8-496E-2355-3348-F76AF17E1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578160B8-1799-3B66-A005-62235446C1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25061" y="1825625"/>
            <a:ext cx="554187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0658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5</Words>
  <Application>Microsoft Office PowerPoint</Application>
  <PresentationFormat>와이드스크린</PresentationFormat>
  <Paragraphs>2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개발환경 설치 매뉴얼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5</cp:revision>
  <dcterms:created xsi:type="dcterms:W3CDTF">2025-09-02T12:26:54Z</dcterms:created>
  <dcterms:modified xsi:type="dcterms:W3CDTF">2025-09-04T01:24:47Z</dcterms:modified>
</cp:coreProperties>
</file>