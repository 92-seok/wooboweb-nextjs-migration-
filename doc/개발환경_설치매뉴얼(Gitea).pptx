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E8E89-9C7C-6295-5B58-E455A5173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20CB8E-14CD-A8D7-5B76-C68B66DC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9E4DC9-6B9F-36F1-9114-1CF640AE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656252-5A5A-BC0F-A090-6EF21A8A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2B3A11-7E2E-527E-FF89-15EA477D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4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E075A-84E1-4573-D1B4-35AB4F25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2C824-1EE0-F6FD-CA40-8BF4618B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86AFDE-3A53-5931-9E8C-0DAC2C0E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C71411-6986-C8F4-1ABF-8FD69939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A96AF-9AF0-B4C2-6470-20C4BFF1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13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56253-B317-3634-2D6C-51E36E79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7875E-C93B-391A-8250-2F900C8ED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AFB0A-35F8-8870-6BB3-F36170AF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248E38-A8E4-9464-1566-2F2C42A0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E835D9-7CB2-C953-F800-06C3E887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12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51426-6859-E512-794E-D9EA7514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4DA498-5419-BB31-7A89-8336B2199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255C78-B744-0E8E-3F24-7C97C46C4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07A366-9AA2-A22B-6417-57946217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545165-70DA-B7AC-66AF-6AEF2615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A56607-8421-00EB-CA42-03D4F36A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96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AE766-8F68-610B-0B32-9258AFC6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0D429E-B931-6706-2882-7E8029A5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065DF7-66C8-859A-5A6D-916E5CFFC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EC448A-883A-D8C4-D854-77FBEE778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9DFAAF-C44E-CCD5-C089-94CF9B0FC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36BF31-64BE-A580-A9FE-305E0B89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EFADA4-8353-DBB1-826E-7735E804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F5FB0D-F1E2-641A-A970-3E33318A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97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C6B16-172C-9751-6485-42E12D34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23D2F4-C67F-0E1E-52B5-E853899F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57E8EF-20E4-CECA-7446-B71A7CA2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A3C0DB-9E97-B5A7-35D2-103B6C36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53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BD7C12-0887-C5A9-09DD-45ADFBF9B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9F16AA-C455-900A-A162-39012C3E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35394C-5625-2D60-0989-1A7818AB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00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6063F-8FDF-38D3-B73F-56C346B5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9F09F-012D-C978-41E8-7ED07EB68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41C88D-D65E-BA06-A1C8-3C45FCB7C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5FA8CB-C6F5-2C66-CA14-1B83FC7E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5453DE-BC3B-66A0-8997-C909F769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0A2B47-361B-9EC8-F8C1-880FF3428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0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D0B87-B033-0466-B439-F2052589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323AE3-CB92-5C93-96C5-16553DB0F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C7486F-6B03-BE98-4ECA-F17F75807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E00927-CA6D-1B76-350B-47E7FEEA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692819-7F36-4816-4631-0F4A731F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5E75E-6178-DE04-B5DC-ABEB5B9F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63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CA5EE-D066-B4E2-D598-3904200B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FF0F4A-5621-0F55-4477-6E686F96C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3468F-B442-FF6E-116C-284C94A80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E39910-C6BA-1477-E018-70498DDD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A27E6-02C1-3212-1502-5E1F45D5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56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2EEC9D-207A-8F24-7042-EF0D3AE11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107AA9-D1A6-7D56-A6B5-BB55ABDB2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50D98-1618-53EE-9016-A4D2390A6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6D881B-28E2-E855-B7D7-06C303C8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90FD7D-3A8D-818D-58EA-590CFF4C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37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95A192-3583-2B10-B73E-921402AD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93F6A1-E7D2-F085-C561-36677F2DD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0DEA2-1721-3F34-E180-71FB6968C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C0857-5E83-4ED7-8050-78E5F8A15FA7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3FE490-1FD9-A768-7C03-8C1A14D22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0D800A-F8F4-CC02-D0C8-C2E012E45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C954F-0EC6-4BD3-98FA-68C5022AE0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994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9AA02-32FC-9BD6-F44C-238359ED5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52893B-06E1-CC37-78F8-106113576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03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298B3-C310-5404-4823-ACBECE7E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DA1ECC1-2CBF-6DFC-B014-23C5DD951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422" y="1825625"/>
            <a:ext cx="81911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9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FEC82E-A496-0AF2-5531-4E9796D1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81A5A7A-5727-6A1F-46BD-8F1CBC67C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258" y="1825625"/>
            <a:ext cx="82214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77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5AC1B-FBE8-3325-9830-9D5E80B9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530D893-0000-CB8F-1649-514BC8755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483" y="1825625"/>
            <a:ext cx="81750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0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2275B-AE77-852A-1112-923F45D5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62C915D-DCAF-6333-8F8B-A373443AB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598" y="1825625"/>
            <a:ext cx="55408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03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41203-7D8C-9825-DBCD-0BBE49FBF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F42A15DA-92DA-A44B-671E-11505BF08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9650" y="1825625"/>
            <a:ext cx="55127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59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C77E2-C64A-2930-38DA-2B42EBB3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C7426AD-6ED1-4826-8A89-FE804529F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3533" y="1825625"/>
            <a:ext cx="55449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9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EBF6C-1E84-9819-8039-4820D53B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CB649672-8FA4-2811-3AAD-270F024B38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2442794" cy="43513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FF26B6-A7BA-DE23-8370-5F4B93E8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839" y="1710703"/>
            <a:ext cx="4096322" cy="3048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F4541C-2C90-EC53-3652-FA0E32842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498" y="2036138"/>
            <a:ext cx="8211696" cy="207674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C3A2539-849E-9600-967D-E1F36997AE63}"/>
              </a:ext>
            </a:extLst>
          </p:cNvPr>
          <p:cNvGrpSpPr/>
          <p:nvPr/>
        </p:nvGrpSpPr>
        <p:grpSpPr>
          <a:xfrm>
            <a:off x="3137498" y="4133470"/>
            <a:ext cx="8268854" cy="2724530"/>
            <a:chOff x="3137498" y="4133470"/>
            <a:chExt cx="8268854" cy="272453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1EB2259-D9D3-C669-899C-F11604FD1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7498" y="4133470"/>
              <a:ext cx="8268854" cy="2724530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110CACF-4B9B-C7FF-FB71-1E8C1C549EDF}"/>
                </a:ext>
              </a:extLst>
            </p:cNvPr>
            <p:cNvSpPr/>
            <p:nvPr/>
          </p:nvSpPr>
          <p:spPr>
            <a:xfrm>
              <a:off x="5759668" y="4908330"/>
              <a:ext cx="1313793" cy="27049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007DF0E-7B39-3E9C-8875-81B8DB15497C}"/>
                </a:ext>
              </a:extLst>
            </p:cNvPr>
            <p:cNvSpPr/>
            <p:nvPr/>
          </p:nvSpPr>
          <p:spPr>
            <a:xfrm>
              <a:off x="5759668" y="5397280"/>
              <a:ext cx="1313793" cy="27049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E3167EA-A11F-F372-9178-AE272D71051A}"/>
                </a:ext>
              </a:extLst>
            </p:cNvPr>
            <p:cNvSpPr/>
            <p:nvPr/>
          </p:nvSpPr>
          <p:spPr>
            <a:xfrm>
              <a:off x="5759668" y="5886230"/>
              <a:ext cx="1313793" cy="27049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29B7FC9-90F1-C4B4-412A-41359ADAF4BA}"/>
                </a:ext>
              </a:extLst>
            </p:cNvPr>
            <p:cNvSpPr/>
            <p:nvPr/>
          </p:nvSpPr>
          <p:spPr>
            <a:xfrm>
              <a:off x="5759668" y="6384815"/>
              <a:ext cx="1313793" cy="27049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661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A4264-22EE-FFC1-D8F4-65D94BDA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A001C98-6FDF-7F07-F527-6D5317B58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0866" y="2767634"/>
            <a:ext cx="2810267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2025-09-02T12:26:54Z</dcterms:created>
  <dcterms:modified xsi:type="dcterms:W3CDTF">2025-09-02T23:38:33Z</dcterms:modified>
</cp:coreProperties>
</file>