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1" d="100"/>
          <a:sy n="151" d="100"/>
        </p:scale>
        <p:origin x="65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E8E89-9C7C-6295-5B58-E455A51732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C20CB8E-14CD-A8D7-5B76-C68B66DCB5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9E4DC9-6B9F-36F1-9114-1CF640AE1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656252-5A5A-BC0F-A090-6EF21A8A4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2B3A11-7E2E-527E-FF89-15EA477DD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6455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8E075A-84E1-4573-D1B4-35AB4F25B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52C824-1EE0-F6FD-CA40-8BF4618B5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586AFDE-3A53-5931-9E8C-0DAC2C0E3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CC71411-6986-C8F4-1ABF-8FD699397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EA96AF-9AF0-B4C2-6470-20C4BFF18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5138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F56253-B317-3634-2D6C-51E36E79C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E7875E-C93B-391A-8250-2F900C8EDC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1AFB0A-35F8-8870-6BB3-F36170AFCD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248E38-A8E4-9464-1566-2F2C42A0B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E835D9-7CB2-C953-F800-06C3E8876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11288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851426-6859-E512-794E-D9EA75146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4DA498-5419-BB31-7A89-8336B21991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B255C78-B744-0E8E-3F24-7C97C46C4D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807A366-9AA2-A22B-6417-579462174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545165-70DA-B7AC-66AF-6AEF26159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0A56607-8421-00EB-CA42-03D4F36A3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79634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9AE766-8F68-610B-0B32-9258AFC66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0D429E-B931-6706-2882-7E8029A5B9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6065DF7-66C8-859A-5A6D-916E5CFFC1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2EC448A-883A-D8C4-D854-77FBEE7787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A9DFAAF-C44E-CCD5-C089-94CF9B0FC0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036BF31-64BE-A580-A9FE-305E0B895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BEFADA4-8353-DBB1-826E-7735E804F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5F5FB0D-F1E2-641A-A970-3E33318A4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976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9C6B16-172C-9751-6485-42E12D345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D23D2F4-C67F-0E1E-52B5-E853899F0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57E8EF-20E4-CECA-7446-B71A7CA24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AA3C0DB-9E97-B5A7-35D2-103B6C362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9533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4BD7C12-0887-C5A9-09DD-45ADFBF9B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C9F16AA-C455-900A-A162-39012C3E7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35394C-5625-2D60-0989-1A7818AB9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4000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46063F-8FDF-38D3-B73F-56C346B5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09F09F-012D-C978-41E8-7ED07EB684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41C88D-D65E-BA06-A1C8-3C45FCB7C8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55FA8CB-C6F5-2C66-CA14-1B83FC7EA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85453DE-BC3B-66A0-8997-C909F7697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20A2B47-361B-9EC8-F8C1-880FF3428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83053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0D0B87-B033-0466-B439-F20525890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F323AE3-CB92-5C93-96C5-16553DB0FC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DC7486F-6B03-BE98-4ECA-F17F758073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1E00927-CA6D-1B76-350B-47E7FEEA0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4692819-7F36-4816-4631-0F4A731FF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B95E75E-6178-DE04-B5DC-ABEB5B9F5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3638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ECA5EE-D066-B4E2-D598-3904200B5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2FF0F4A-5621-0F55-4477-6E686F96C6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73468F-B442-FF6E-116C-284C94A80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EE39910-C6BA-1477-E018-70498DDD9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6A27E6-02C1-3212-1502-5E1F45D5F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2566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A2EEC9D-207A-8F24-7042-EF0D3AE112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6107AA9-D1A6-7D56-A6B5-BB55ABDB27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450D98-1618-53EE-9016-A4D2390A6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6D881B-28E2-E855-B7D7-06C303C81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90FD7D-3A8D-818D-58EA-590CFF4C4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93784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495A192-3583-2B10-B73E-921402ADE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93F6A1-E7D2-F085-C561-36677F2DD2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0DEA2-1721-3F34-E180-71FB6968C2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3C0857-5E83-4ED7-8050-78E5F8A15FA7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E3FE490-1FD9-A768-7C03-8C1A14D22B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0D800A-F8F4-CC02-D0C8-C2E012E451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5994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29AA02-32FC-9BD6-F44C-238359ED5C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개발환경 설치 매뉴얼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552893B-06E1-CC37-78F8-1061135766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Gitea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250333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3298B3-C310-5404-4823-ACBECE7E7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DDA1ECC1-2CBF-6DFC-B014-23C5DD9517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0422" y="1825625"/>
            <a:ext cx="819115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2906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5AC1B-FBE8-3325-9830-9D5E80B91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5530D893-0000-CB8F-1649-514BC87551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8483" y="1825625"/>
            <a:ext cx="817503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6008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B2275B-AE77-852A-1112-923F45D51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F62C915D-DCAF-6333-8F8B-A373443ABB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25598" y="1825625"/>
            <a:ext cx="554080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3039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E41203-7D8C-9825-DBCD-0BBE49FBF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42A15DA-92DA-A44B-671E-11505BF084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39650" y="1825625"/>
            <a:ext cx="551270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3590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BC77E2-C64A-2930-38DA-2B42EBB3A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3C7426AD-6ED1-4826-8A89-FE804529FF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23533" y="1825625"/>
            <a:ext cx="554493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797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0EBF6C-1E84-9819-8039-4820D53B7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CB649672-8FA4-2811-3AAD-270F024B38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25625"/>
            <a:ext cx="2442794" cy="435133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DFF26B6-A7BA-DE23-8370-5F4B93E88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7839" y="1710703"/>
            <a:ext cx="4096322" cy="304843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3F4541C-2C90-EC53-3652-FA0E32842D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7498" y="2036138"/>
            <a:ext cx="8211696" cy="2076740"/>
          </a:xfrm>
          <a:prstGeom prst="rect">
            <a:avLst/>
          </a:prstGeom>
        </p:spPr>
      </p:pic>
      <p:grpSp>
        <p:nvGrpSpPr>
          <p:cNvPr id="21" name="그룹 20">
            <a:extLst>
              <a:ext uri="{FF2B5EF4-FFF2-40B4-BE49-F238E27FC236}">
                <a16:creationId xmlns:a16="http://schemas.microsoft.com/office/drawing/2014/main" id="{7C3A2539-849E-9600-967D-E1F36997AE63}"/>
              </a:ext>
            </a:extLst>
          </p:cNvPr>
          <p:cNvGrpSpPr/>
          <p:nvPr/>
        </p:nvGrpSpPr>
        <p:grpSpPr>
          <a:xfrm>
            <a:off x="3137498" y="4133470"/>
            <a:ext cx="8268854" cy="2724530"/>
            <a:chOff x="3137498" y="4133470"/>
            <a:chExt cx="8268854" cy="2724530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71EB2259-D9D3-C669-899C-F11604FD16F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37498" y="4133470"/>
              <a:ext cx="8268854" cy="2724530"/>
            </a:xfrm>
            <a:prstGeom prst="rect">
              <a:avLst/>
            </a:prstGeom>
          </p:spPr>
        </p:pic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5110CACF-4B9B-C7FF-FB71-1E8C1C549EDF}"/>
                </a:ext>
              </a:extLst>
            </p:cNvPr>
            <p:cNvSpPr/>
            <p:nvPr/>
          </p:nvSpPr>
          <p:spPr>
            <a:xfrm>
              <a:off x="5759668" y="4908330"/>
              <a:ext cx="1313793" cy="27049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4007DF0E-7B39-3E9C-8875-81B8DB15497C}"/>
                </a:ext>
              </a:extLst>
            </p:cNvPr>
            <p:cNvSpPr/>
            <p:nvPr/>
          </p:nvSpPr>
          <p:spPr>
            <a:xfrm>
              <a:off x="5759668" y="5397280"/>
              <a:ext cx="1313793" cy="27049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7E3167EA-A11F-F372-9178-AE272D71051A}"/>
                </a:ext>
              </a:extLst>
            </p:cNvPr>
            <p:cNvSpPr/>
            <p:nvPr/>
          </p:nvSpPr>
          <p:spPr>
            <a:xfrm>
              <a:off x="5759668" y="5886230"/>
              <a:ext cx="1313793" cy="27049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D29B7FC9-90F1-C4B4-412A-41359ADAF4BA}"/>
                </a:ext>
              </a:extLst>
            </p:cNvPr>
            <p:cNvSpPr/>
            <p:nvPr/>
          </p:nvSpPr>
          <p:spPr>
            <a:xfrm>
              <a:off x="5759668" y="6384815"/>
              <a:ext cx="1313793" cy="27049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566125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0A4264-22EE-FFC1-D8F4-65D94BDA2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1A001C98-6FDF-7F07-F527-6D5317B589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90866" y="2767634"/>
            <a:ext cx="2810267" cy="2467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8927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68FF56-CC25-5672-F5CE-8ADFE8D55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128D8937-36A0-B9D9-72DA-502F5084C5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10515600" cy="3046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0508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2C61B-B4AD-DAF0-17C1-FE0DEDC17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26B15BF9-5774-E305-6733-51A4DD2EE8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25625"/>
            <a:ext cx="4967608" cy="359981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62B0CA4-8F5E-1EF5-E592-0F5F87C9C6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616" y="1825625"/>
            <a:ext cx="554718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6653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0CF4A2-4F22-867B-426E-EF442E140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C196696F-9990-CA64-36E7-775BCB6357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86316" y="1825625"/>
            <a:ext cx="941936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64745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4</Words>
  <Application>Microsoft Office PowerPoint</Application>
  <PresentationFormat>와이드스크린</PresentationFormat>
  <Paragraphs>2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개발환경 설치 매뉴얼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</cp:revision>
  <dcterms:created xsi:type="dcterms:W3CDTF">2025-09-02T12:26:54Z</dcterms:created>
  <dcterms:modified xsi:type="dcterms:W3CDTF">2025-09-02T23:53:19Z</dcterms:modified>
</cp:coreProperties>
</file>