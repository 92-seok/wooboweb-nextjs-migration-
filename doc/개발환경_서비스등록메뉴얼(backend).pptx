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4" r:id="rId4"/>
    <p:sldId id="258" r:id="rId5"/>
    <p:sldId id="257" r:id="rId6"/>
    <p:sldId id="259" r:id="rId7"/>
    <p:sldId id="260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62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136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58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902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578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211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993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57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705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035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84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302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F8571-C776-4786-BDB7-05652F2868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E6702-1F56-4562-BE98-EBBEBDF58D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22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localhost/monitor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817018"/>
            <a:ext cx="9144000" cy="1223963"/>
          </a:xfrm>
        </p:spPr>
        <p:txBody>
          <a:bodyPr>
            <a:normAutofit/>
          </a:bodyPr>
          <a:lstStyle/>
          <a:p>
            <a:r>
              <a:rPr lang="ko-KR" altLang="en-US" sz="5000" dirty="0" smtClean="0">
                <a:latin typeface="+mj-ea"/>
              </a:rPr>
              <a:t>개발환경</a:t>
            </a:r>
            <a:r>
              <a:rPr lang="en-US" altLang="ko-KR" sz="5000" dirty="0" smtClean="0">
                <a:latin typeface="+mj-ea"/>
              </a:rPr>
              <a:t>_</a:t>
            </a:r>
            <a:r>
              <a:rPr lang="ko-KR" altLang="en-US" sz="5000" dirty="0" smtClean="0">
                <a:latin typeface="+mj-ea"/>
              </a:rPr>
              <a:t>서비스등록메뉴얼</a:t>
            </a:r>
            <a:r>
              <a:rPr lang="en-US" altLang="ko-KR" sz="4000" dirty="0" smtClean="0">
                <a:latin typeface="+mj-ea"/>
              </a:rPr>
              <a:t/>
            </a:r>
            <a:br>
              <a:rPr lang="en-US" altLang="ko-KR" sz="4000" dirty="0" smtClean="0">
                <a:latin typeface="+mj-ea"/>
              </a:rPr>
            </a:br>
            <a:r>
              <a:rPr lang="en-US" altLang="ko-KR" sz="2000" dirty="0" smtClean="0">
                <a:latin typeface="+mj-ea"/>
              </a:rPr>
              <a:t>(</a:t>
            </a:r>
            <a:r>
              <a:rPr lang="en-US" altLang="ko-KR" sz="2000" dirty="0" err="1" smtClean="0">
                <a:latin typeface="+mj-ea"/>
              </a:rPr>
              <a:t>Back</a:t>
            </a:r>
            <a:r>
              <a:rPr lang="en-US" altLang="ko-KR" sz="2000" dirty="0" err="1" smtClean="0">
                <a:latin typeface="+mj-ea"/>
              </a:rPr>
              <a:t>End</a:t>
            </a:r>
            <a:r>
              <a:rPr lang="en-US" altLang="ko-KR" sz="2000" dirty="0" smtClean="0">
                <a:latin typeface="+mj-ea"/>
              </a:rPr>
              <a:t> </a:t>
            </a:r>
            <a:r>
              <a:rPr lang="en-US" altLang="ko-KR" sz="2000" dirty="0" smtClean="0">
                <a:latin typeface="+mj-ea"/>
              </a:rPr>
              <a:t>– </a:t>
            </a:r>
            <a:r>
              <a:rPr lang="en-US" altLang="ko-KR" sz="2000" dirty="0" err="1" smtClean="0">
                <a:latin typeface="+mj-ea"/>
              </a:rPr>
              <a:t>NestJS</a:t>
            </a:r>
            <a:r>
              <a:rPr lang="en-US" altLang="ko-KR" sz="2000" dirty="0" smtClean="0">
                <a:latin typeface="+mj-ea"/>
              </a:rPr>
              <a:t>, </a:t>
            </a:r>
            <a:r>
              <a:rPr lang="en-US" altLang="ko-KR" sz="2000" dirty="0" smtClean="0">
                <a:latin typeface="+mj-ea"/>
              </a:rPr>
              <a:t>PM2)</a:t>
            </a:r>
            <a:endParaRPr lang="ko-KR" altLang="en-US" sz="20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9684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67" y="1297872"/>
            <a:ext cx="6797405" cy="48148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19" y="266700"/>
            <a:ext cx="25410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 smtClean="0"/>
              <a:t>* </a:t>
            </a:r>
            <a:r>
              <a:rPr lang="ko-KR" altLang="en-US" sz="3000" dirty="0" smtClean="0"/>
              <a:t>서비스 배포</a:t>
            </a:r>
            <a:endParaRPr lang="ko-KR" altLang="en-US" sz="3000" dirty="0"/>
          </a:p>
        </p:txBody>
      </p:sp>
      <p:sp>
        <p:nvSpPr>
          <p:cNvPr id="8" name="TextBox 7"/>
          <p:cNvSpPr txBox="1"/>
          <p:nvPr/>
        </p:nvSpPr>
        <p:spPr>
          <a:xfrm>
            <a:off x="8241891" y="1140800"/>
            <a:ext cx="2920992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smtClean="0"/>
              <a:t>** </a:t>
            </a:r>
            <a:r>
              <a:rPr lang="ko-KR" altLang="en-US" sz="2000" dirty="0" smtClean="0"/>
              <a:t>서비스 배포 순서 </a:t>
            </a:r>
            <a:r>
              <a:rPr lang="en-US" altLang="ko-KR" sz="2000" dirty="0" smtClean="0"/>
              <a:t>**</a:t>
            </a:r>
          </a:p>
          <a:p>
            <a:endParaRPr lang="en-US" altLang="ko-KR" sz="1200" dirty="0"/>
          </a:p>
          <a:p>
            <a:r>
              <a:rPr lang="en-US" altLang="ko-KR" sz="1200" dirty="0" err="1" smtClean="0"/>
              <a:t>Vscode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터미널 </a:t>
            </a:r>
            <a:r>
              <a:rPr lang="en-US" altLang="ko-KR" sz="1200" dirty="0" smtClean="0"/>
              <a:t>-&gt; </a:t>
            </a:r>
            <a:r>
              <a:rPr lang="ko-KR" altLang="en-US" sz="1200" dirty="0" smtClean="0"/>
              <a:t>명령어 입력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en-US" altLang="ko-KR" sz="1200" dirty="0" err="1" smtClean="0">
                <a:solidFill>
                  <a:srgbClr val="FF0000"/>
                </a:solidFill>
              </a:rPr>
              <a:t>Npm</a:t>
            </a:r>
            <a:r>
              <a:rPr lang="en-US" altLang="ko-KR" sz="1200" dirty="0" smtClean="0">
                <a:solidFill>
                  <a:srgbClr val="FF0000"/>
                </a:solidFill>
              </a:rPr>
              <a:t> install –g pm2 </a:t>
            </a:r>
            <a:r>
              <a:rPr lang="en-US" altLang="ko-KR" sz="1200" dirty="0" smtClean="0"/>
              <a:t>(pm2 </a:t>
            </a:r>
            <a:r>
              <a:rPr lang="ko-KR" altLang="en-US" sz="1200" dirty="0" smtClean="0"/>
              <a:t>설치 명령어</a:t>
            </a:r>
            <a:r>
              <a:rPr lang="en-US" altLang="ko-KR" sz="1200" dirty="0" smtClean="0"/>
              <a:t>)</a:t>
            </a: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 smtClean="0">
                <a:solidFill>
                  <a:srgbClr val="FF0000"/>
                </a:solidFill>
              </a:rPr>
              <a:t>Pm2 –v </a:t>
            </a:r>
            <a:r>
              <a:rPr lang="en-US" altLang="ko-KR" sz="1200" dirty="0" smtClean="0"/>
              <a:t>(pm2 </a:t>
            </a:r>
            <a:r>
              <a:rPr lang="ko-KR" altLang="en-US" sz="1200" dirty="0" smtClean="0"/>
              <a:t>설치 버전 확인</a:t>
            </a:r>
            <a:r>
              <a:rPr lang="en-US" altLang="ko-KR" sz="1200" dirty="0" smtClean="0"/>
              <a:t>)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891430" y="4139852"/>
            <a:ext cx="2455102" cy="10396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48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1919" y="266700"/>
            <a:ext cx="25410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 smtClean="0"/>
              <a:t>* </a:t>
            </a:r>
            <a:r>
              <a:rPr lang="ko-KR" altLang="en-US" sz="3000" dirty="0" smtClean="0"/>
              <a:t>서비스 배포</a:t>
            </a:r>
            <a:endParaRPr lang="ko-KR" altLang="en-US" sz="3000" dirty="0"/>
          </a:p>
        </p:txBody>
      </p:sp>
      <p:sp>
        <p:nvSpPr>
          <p:cNvPr id="8" name="TextBox 7"/>
          <p:cNvSpPr txBox="1"/>
          <p:nvPr/>
        </p:nvSpPr>
        <p:spPr>
          <a:xfrm>
            <a:off x="8271546" y="1140800"/>
            <a:ext cx="28616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smtClean="0"/>
              <a:t>** </a:t>
            </a:r>
            <a:r>
              <a:rPr lang="ko-KR" altLang="en-US" sz="2000" dirty="0" smtClean="0"/>
              <a:t>서비스 배포 순서 </a:t>
            </a:r>
            <a:r>
              <a:rPr lang="en-US" altLang="ko-KR" sz="2000" dirty="0" smtClean="0"/>
              <a:t>**</a:t>
            </a:r>
          </a:p>
          <a:p>
            <a:endParaRPr lang="en-US" altLang="ko-KR" sz="1200" dirty="0"/>
          </a:p>
          <a:p>
            <a:r>
              <a:rPr lang="en-US" altLang="ko-KR" sz="1200" dirty="0" err="1" smtClean="0"/>
              <a:t>Npm</a:t>
            </a:r>
            <a:r>
              <a:rPr lang="en-US" altLang="ko-KR" sz="1200" dirty="0" smtClean="0"/>
              <a:t> run start</a:t>
            </a:r>
            <a:r>
              <a:rPr lang="ko-KR" altLang="en-US" sz="1200" dirty="0" smtClean="0"/>
              <a:t>로 </a:t>
            </a:r>
            <a:r>
              <a:rPr lang="en-US" altLang="ko-KR" sz="1200" dirty="0" err="1" smtClean="0"/>
              <a:t>dist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배포 파일 생성</a:t>
            </a:r>
            <a:endParaRPr lang="en-US" altLang="ko-KR" sz="120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21" y="1266556"/>
            <a:ext cx="6746170" cy="3750117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1521913" y="4202482"/>
            <a:ext cx="2455102" cy="1878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28182" y="1769591"/>
            <a:ext cx="993731" cy="12303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640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19" y="1140799"/>
            <a:ext cx="6460798" cy="45763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19" y="266700"/>
            <a:ext cx="25410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 smtClean="0"/>
              <a:t>* </a:t>
            </a:r>
            <a:r>
              <a:rPr lang="ko-KR" altLang="en-US" sz="3000" dirty="0" smtClean="0"/>
              <a:t>서비스 배포</a:t>
            </a:r>
            <a:endParaRPr lang="ko-KR" altLang="en-US" sz="3000" dirty="0"/>
          </a:p>
        </p:txBody>
      </p:sp>
      <p:sp>
        <p:nvSpPr>
          <p:cNvPr id="8" name="TextBox 7"/>
          <p:cNvSpPr txBox="1"/>
          <p:nvPr/>
        </p:nvSpPr>
        <p:spPr>
          <a:xfrm>
            <a:off x="7970983" y="1140800"/>
            <a:ext cx="3462807" cy="298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smtClean="0"/>
              <a:t>** </a:t>
            </a:r>
            <a:r>
              <a:rPr lang="ko-KR" altLang="en-US" sz="2000" dirty="0" smtClean="0"/>
              <a:t>서비스 배포 순서 </a:t>
            </a:r>
            <a:r>
              <a:rPr lang="en-US" altLang="ko-KR" sz="2000" dirty="0" smtClean="0"/>
              <a:t>**</a:t>
            </a:r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Backend</a:t>
            </a:r>
            <a:r>
              <a:rPr lang="ko-KR" altLang="en-US" sz="1200" dirty="0" smtClean="0"/>
              <a:t>의 </a:t>
            </a:r>
            <a:r>
              <a:rPr lang="en-US" altLang="ko-KR" sz="1200" dirty="0" err="1" smtClean="0"/>
              <a:t>package.json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스크립트 확인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en-US" altLang="ko-KR" sz="1200" dirty="0"/>
              <a:t>"scripts": {</a:t>
            </a:r>
          </a:p>
          <a:p>
            <a:r>
              <a:rPr lang="en-US" altLang="ko-KR" sz="1200" dirty="0"/>
              <a:t>  "build": "nest build",</a:t>
            </a:r>
          </a:p>
          <a:p>
            <a:r>
              <a:rPr lang="en-US" altLang="ko-KR" sz="1200" dirty="0"/>
              <a:t>  "start": "nest start",</a:t>
            </a:r>
          </a:p>
          <a:p>
            <a:r>
              <a:rPr lang="en-US" altLang="ko-KR" sz="1200" dirty="0"/>
              <a:t>  "</a:t>
            </a:r>
            <a:r>
              <a:rPr lang="en-US" altLang="ko-KR" sz="1200" dirty="0" err="1"/>
              <a:t>start:dev</a:t>
            </a:r>
            <a:r>
              <a:rPr lang="en-US" altLang="ko-KR" sz="1200" dirty="0"/>
              <a:t>": "nest start --watch",</a:t>
            </a:r>
          </a:p>
          <a:p>
            <a:r>
              <a:rPr lang="en-US" altLang="ko-KR" sz="1200" dirty="0"/>
              <a:t>  "</a:t>
            </a:r>
            <a:r>
              <a:rPr lang="en-US" altLang="ko-KR" sz="1200" dirty="0" err="1"/>
              <a:t>start:prod</a:t>
            </a:r>
            <a:r>
              <a:rPr lang="en-US" altLang="ko-KR" sz="1200" dirty="0"/>
              <a:t>": "node </a:t>
            </a:r>
            <a:r>
              <a:rPr lang="en-US" altLang="ko-KR" sz="1200" dirty="0" err="1"/>
              <a:t>dist</a:t>
            </a:r>
            <a:r>
              <a:rPr lang="en-US" altLang="ko-KR" sz="1200" dirty="0"/>
              <a:t>/main.js"</a:t>
            </a:r>
          </a:p>
          <a:p>
            <a:r>
              <a:rPr lang="en-US" altLang="ko-KR" sz="1200" dirty="0" smtClean="0"/>
              <a:t>}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>
                <a:latin typeface="+mj-ea"/>
                <a:ea typeface="+mj-ea"/>
              </a:rPr>
              <a:t>중요한 건 </a:t>
            </a:r>
            <a:r>
              <a:rPr lang="ko-KR" altLang="en-US" sz="1200" b="1" dirty="0">
                <a:latin typeface="+mj-ea"/>
                <a:ea typeface="+mj-ea"/>
              </a:rPr>
              <a:t>빌드 후 실행 </a:t>
            </a:r>
            <a:r>
              <a:rPr lang="ko-KR" altLang="en-US" sz="1200" b="1" dirty="0" smtClean="0">
                <a:latin typeface="+mj-ea"/>
                <a:ea typeface="+mj-ea"/>
              </a:rPr>
              <a:t>커맨드</a:t>
            </a:r>
            <a:endParaRPr lang="en-US" altLang="ko-KR" sz="1200" b="1" dirty="0" smtClean="0">
              <a:latin typeface="+mj-ea"/>
              <a:ea typeface="+mj-ea"/>
            </a:endParaRPr>
          </a:p>
          <a:p>
            <a:pPr lvl="0"/>
            <a:r>
              <a:rPr lang="ko-KR" altLang="ko-KR" sz="1200" dirty="0" err="1">
                <a:latin typeface="+mj-ea"/>
                <a:ea typeface="+mj-ea"/>
              </a:rPr>
              <a:t>npm</a:t>
            </a:r>
            <a:r>
              <a:rPr lang="ko-KR" altLang="ko-KR" sz="1200" dirty="0">
                <a:latin typeface="+mj-ea"/>
                <a:ea typeface="+mj-ea"/>
              </a:rPr>
              <a:t> </a:t>
            </a:r>
            <a:r>
              <a:rPr lang="ko-KR" altLang="ko-KR" sz="1200" dirty="0" err="1">
                <a:latin typeface="+mj-ea"/>
                <a:ea typeface="+mj-ea"/>
              </a:rPr>
              <a:t>run</a:t>
            </a:r>
            <a:r>
              <a:rPr lang="ko-KR" altLang="ko-KR" sz="1200" dirty="0">
                <a:latin typeface="+mj-ea"/>
                <a:ea typeface="+mj-ea"/>
              </a:rPr>
              <a:t> </a:t>
            </a:r>
            <a:r>
              <a:rPr lang="ko-KR" altLang="ko-KR" sz="1200" dirty="0" err="1">
                <a:latin typeface="+mj-ea"/>
                <a:ea typeface="+mj-ea"/>
              </a:rPr>
              <a:t>build</a:t>
            </a:r>
            <a:r>
              <a:rPr lang="ko-KR" altLang="ko-KR" sz="1200" dirty="0">
                <a:latin typeface="+mj-ea"/>
                <a:ea typeface="+mj-ea"/>
              </a:rPr>
              <a:t> → </a:t>
            </a:r>
            <a:r>
              <a:rPr lang="ko-KR" altLang="ko-KR" sz="1200" dirty="0" err="1">
                <a:latin typeface="+mj-ea"/>
                <a:ea typeface="+mj-ea"/>
              </a:rPr>
              <a:t>dist</a:t>
            </a:r>
            <a:r>
              <a:rPr lang="ko-KR" altLang="ko-KR" sz="1200" dirty="0">
                <a:latin typeface="+mj-ea"/>
                <a:ea typeface="+mj-ea"/>
              </a:rPr>
              <a:t>/main.js 생성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 dirty="0" err="1">
                <a:latin typeface="+mj-ea"/>
                <a:ea typeface="+mj-ea"/>
              </a:rPr>
              <a:t>node</a:t>
            </a:r>
            <a:r>
              <a:rPr lang="ko-KR" altLang="ko-KR" sz="1200" dirty="0">
                <a:latin typeface="+mj-ea"/>
                <a:ea typeface="+mj-ea"/>
              </a:rPr>
              <a:t> </a:t>
            </a:r>
            <a:r>
              <a:rPr lang="ko-KR" altLang="ko-KR" sz="1200" dirty="0" err="1">
                <a:latin typeface="+mj-ea"/>
                <a:ea typeface="+mj-ea"/>
              </a:rPr>
              <a:t>dist</a:t>
            </a:r>
            <a:r>
              <a:rPr lang="ko-KR" altLang="ko-KR" sz="1200" dirty="0">
                <a:latin typeface="+mj-ea"/>
                <a:ea typeface="+mj-ea"/>
              </a:rPr>
              <a:t>/main.js 로 서버 </a:t>
            </a:r>
            <a:r>
              <a:rPr lang="ko-KR" altLang="ko-KR" sz="1200" dirty="0" smtClean="0">
                <a:latin typeface="+mj-ea"/>
                <a:ea typeface="+mj-ea"/>
              </a:rPr>
              <a:t>실행</a:t>
            </a:r>
            <a:endParaRPr lang="ko-KR" altLang="ko-KR" sz="1200" dirty="0">
              <a:latin typeface="+mj-ea"/>
              <a:ea typeface="+mj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794399" y="1945623"/>
            <a:ext cx="3554215" cy="13361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79409" y="3382027"/>
            <a:ext cx="1114000" cy="1221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63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68" y="1140800"/>
            <a:ext cx="6395472" cy="4383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19" y="266700"/>
            <a:ext cx="25410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 smtClean="0"/>
              <a:t>* </a:t>
            </a:r>
            <a:r>
              <a:rPr lang="ko-KR" altLang="en-US" sz="3000" dirty="0" smtClean="0"/>
              <a:t>서비스 배포</a:t>
            </a:r>
            <a:endParaRPr lang="ko-KR" altLang="en-US" sz="3000" dirty="0"/>
          </a:p>
        </p:txBody>
      </p:sp>
      <p:sp>
        <p:nvSpPr>
          <p:cNvPr id="9" name="TextBox 8"/>
          <p:cNvSpPr txBox="1"/>
          <p:nvPr/>
        </p:nvSpPr>
        <p:spPr>
          <a:xfrm>
            <a:off x="7637633" y="1140800"/>
            <a:ext cx="403027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smtClean="0"/>
              <a:t>** </a:t>
            </a:r>
            <a:r>
              <a:rPr lang="ko-KR" altLang="en-US" sz="2000" dirty="0" smtClean="0"/>
              <a:t>서비스 배포 순서 </a:t>
            </a:r>
            <a:r>
              <a:rPr lang="en-US" altLang="ko-KR" sz="2000" dirty="0" smtClean="0"/>
              <a:t>**</a:t>
            </a:r>
          </a:p>
          <a:p>
            <a:endParaRPr lang="en-US" altLang="ko-KR" sz="1200" dirty="0" smtClean="0"/>
          </a:p>
          <a:p>
            <a:r>
              <a:rPr lang="ko-KR" altLang="en-US" sz="1200" dirty="0" smtClean="0"/>
              <a:t>터미널에서 </a:t>
            </a:r>
            <a:r>
              <a:rPr lang="en-US" altLang="ko-KR" sz="1200" dirty="0" smtClean="0"/>
              <a:t>pm2 </a:t>
            </a:r>
            <a:r>
              <a:rPr lang="en-US" altLang="ko-KR" sz="1200" dirty="0" err="1" smtClean="0"/>
              <a:t>dist</a:t>
            </a:r>
            <a:r>
              <a:rPr lang="en-US" altLang="ko-KR" sz="1200" dirty="0" smtClean="0"/>
              <a:t>/main.js </a:t>
            </a:r>
            <a:r>
              <a:rPr lang="ko-KR" altLang="en-US" sz="1200" dirty="0" smtClean="0"/>
              <a:t>실행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-&gt; </a:t>
            </a:r>
            <a:r>
              <a:rPr lang="ko-KR" altLang="en-US" sz="1200" dirty="0" smtClean="0"/>
              <a:t>좌측 그림과 같이 </a:t>
            </a:r>
            <a:r>
              <a:rPr lang="en-US" altLang="ko-KR" sz="1200" dirty="0" smtClean="0"/>
              <a:t>pm2 status </a:t>
            </a:r>
            <a:r>
              <a:rPr lang="ko-KR" altLang="en-US" sz="1200" dirty="0" smtClean="0"/>
              <a:t>표가 나오면 정상 실행</a:t>
            </a:r>
            <a:endParaRPr lang="en-US" altLang="ko-KR" sz="1200" dirty="0" smtClean="0"/>
          </a:p>
          <a:p>
            <a:endParaRPr lang="en-US" altLang="ko-KR" sz="1200" dirty="0" smtClean="0"/>
          </a:p>
        </p:txBody>
      </p:sp>
      <p:sp>
        <p:nvSpPr>
          <p:cNvPr id="12" name="직사각형 11"/>
          <p:cNvSpPr/>
          <p:nvPr/>
        </p:nvSpPr>
        <p:spPr>
          <a:xfrm>
            <a:off x="1300120" y="1275908"/>
            <a:ext cx="2185082" cy="246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612459" y="4546736"/>
            <a:ext cx="3524691" cy="7936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88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1919" y="266700"/>
            <a:ext cx="25410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 smtClean="0"/>
              <a:t>* </a:t>
            </a:r>
            <a:r>
              <a:rPr lang="ko-KR" altLang="en-US" sz="3000" dirty="0" smtClean="0"/>
              <a:t>서비스 배포</a:t>
            </a:r>
            <a:endParaRPr lang="ko-KR" altLang="en-US" sz="3000" dirty="0"/>
          </a:p>
        </p:txBody>
      </p:sp>
      <p:sp>
        <p:nvSpPr>
          <p:cNvPr id="9" name="TextBox 8"/>
          <p:cNvSpPr txBox="1"/>
          <p:nvPr/>
        </p:nvSpPr>
        <p:spPr>
          <a:xfrm>
            <a:off x="8186037" y="1140800"/>
            <a:ext cx="30043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smtClean="0"/>
              <a:t>** </a:t>
            </a:r>
            <a:r>
              <a:rPr lang="ko-KR" altLang="en-US" sz="2000" dirty="0" smtClean="0"/>
              <a:t>서비스 배포 순서 </a:t>
            </a:r>
            <a:r>
              <a:rPr lang="en-US" altLang="ko-KR" sz="2000" dirty="0" smtClean="0"/>
              <a:t>**</a:t>
            </a:r>
          </a:p>
          <a:p>
            <a:endParaRPr lang="en-US" altLang="ko-KR" sz="1200" dirty="0" smtClean="0"/>
          </a:p>
          <a:p>
            <a:r>
              <a:rPr lang="en-US" altLang="ko-KR" sz="1200" dirty="0" err="1" smtClean="0"/>
              <a:t>Xampp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확인해서 </a:t>
            </a:r>
            <a:r>
              <a:rPr lang="en-US" altLang="ko-KR" sz="1200" dirty="0" smtClean="0"/>
              <a:t>DB</a:t>
            </a:r>
            <a:r>
              <a:rPr lang="ko-KR" altLang="en-US" sz="1200" dirty="0" smtClean="0"/>
              <a:t> </a:t>
            </a:r>
            <a:r>
              <a:rPr lang="ko-KR" altLang="en-US" sz="1200" dirty="0" smtClean="0"/>
              <a:t>서버 구동 </a:t>
            </a:r>
            <a:r>
              <a:rPr lang="ko-KR" altLang="en-US" sz="1200" dirty="0" smtClean="0"/>
              <a:t>시작</a:t>
            </a:r>
            <a:endParaRPr lang="en-US" altLang="ko-KR" sz="1200" dirty="0" smtClean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21" y="1140800"/>
            <a:ext cx="6363588" cy="4134427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826633" y="2362516"/>
            <a:ext cx="2920409" cy="2906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41919" y="3520115"/>
            <a:ext cx="3889839" cy="14700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8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1919" y="266700"/>
            <a:ext cx="25410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 smtClean="0"/>
              <a:t>* </a:t>
            </a:r>
            <a:r>
              <a:rPr lang="ko-KR" altLang="en-US" sz="3000" dirty="0" smtClean="0"/>
              <a:t>서비스 배포</a:t>
            </a:r>
            <a:endParaRPr lang="ko-KR" altLang="en-US" sz="3000" dirty="0"/>
          </a:p>
        </p:txBody>
      </p:sp>
      <p:sp>
        <p:nvSpPr>
          <p:cNvPr id="9" name="TextBox 8"/>
          <p:cNvSpPr txBox="1"/>
          <p:nvPr/>
        </p:nvSpPr>
        <p:spPr>
          <a:xfrm>
            <a:off x="7873970" y="1140800"/>
            <a:ext cx="364266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smtClean="0"/>
              <a:t>** </a:t>
            </a:r>
            <a:r>
              <a:rPr lang="ko-KR" altLang="en-US" sz="2000" dirty="0" smtClean="0"/>
              <a:t>서비스 배포 순서 </a:t>
            </a:r>
            <a:r>
              <a:rPr lang="en-US" altLang="ko-KR" sz="2000" dirty="0" smtClean="0"/>
              <a:t>**</a:t>
            </a:r>
          </a:p>
          <a:p>
            <a:endParaRPr lang="en-US" altLang="ko-KR" sz="1200" dirty="0" smtClean="0"/>
          </a:p>
          <a:p>
            <a:r>
              <a:rPr lang="ko-KR" altLang="en-US" sz="1200" dirty="0" err="1" smtClean="0"/>
              <a:t>웹페이지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주소창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입력 </a:t>
            </a:r>
            <a:r>
              <a:rPr lang="en-US" altLang="ko-KR" sz="1200" dirty="0" smtClean="0"/>
              <a:t>-&gt;</a:t>
            </a:r>
            <a:r>
              <a:rPr lang="ko-KR" altLang="en-US" sz="1200" dirty="0" smtClean="0"/>
              <a:t> </a:t>
            </a:r>
            <a:r>
              <a:rPr lang="en-US" altLang="ko-KR" sz="1200" dirty="0" smtClean="0">
                <a:hlinkClick r:id="rId2"/>
              </a:rPr>
              <a:t>http://localhost/monitor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DB</a:t>
            </a:r>
            <a:r>
              <a:rPr lang="ko-KR" altLang="en-US" sz="1200" dirty="0" smtClean="0"/>
              <a:t>데이터를 정상적으로 표출 하면 배포 완료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ko-KR" altLang="en-US" sz="1200" dirty="0" err="1" smtClean="0"/>
              <a:t>무중단</a:t>
            </a:r>
            <a:r>
              <a:rPr lang="ko-KR" altLang="en-US" sz="1200" dirty="0" smtClean="0"/>
              <a:t> 서비스로 돌아가는 중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CMD</a:t>
            </a:r>
            <a:r>
              <a:rPr lang="ko-KR" altLang="en-US" sz="1200" dirty="0" smtClean="0"/>
              <a:t>창</a:t>
            </a:r>
            <a:r>
              <a:rPr lang="en-US" altLang="ko-KR" sz="1200" dirty="0" smtClean="0"/>
              <a:t> -&gt; </a:t>
            </a:r>
            <a:r>
              <a:rPr lang="en-US" altLang="ko-KR" sz="1200" dirty="0" err="1" smtClean="0"/>
              <a:t>netstat</a:t>
            </a:r>
            <a:r>
              <a:rPr lang="en-US" altLang="ko-KR" sz="1200" dirty="0" smtClean="0"/>
              <a:t> –</a:t>
            </a:r>
            <a:r>
              <a:rPr lang="en-US" altLang="ko-KR" sz="1200" dirty="0" err="1" smtClean="0"/>
              <a:t>ano</a:t>
            </a:r>
            <a:r>
              <a:rPr lang="en-US" altLang="ko-KR" sz="1200" dirty="0" smtClean="0"/>
              <a:t> | </a:t>
            </a:r>
            <a:r>
              <a:rPr lang="en-US" altLang="ko-KR" sz="1200" dirty="0" err="1" smtClean="0"/>
              <a:t>findstr</a:t>
            </a:r>
            <a:r>
              <a:rPr lang="en-US" altLang="ko-KR" sz="1200" dirty="0" smtClean="0"/>
              <a:t> 8080</a:t>
            </a:r>
            <a:br>
              <a:rPr lang="en-US" altLang="ko-KR" sz="1200" dirty="0" smtClean="0"/>
            </a:b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ko-KR" altLang="en-US" sz="1200" dirty="0" smtClean="0"/>
              <a:t>로그를 보면 </a:t>
            </a:r>
            <a:r>
              <a:rPr lang="en-US" altLang="ko-KR" sz="1200" dirty="0" smtClean="0"/>
              <a:t>8080 Listening </a:t>
            </a:r>
            <a:r>
              <a:rPr lang="ko-KR" altLang="en-US" sz="1200" dirty="0" smtClean="0"/>
              <a:t>중</a:t>
            </a:r>
            <a:endParaRPr lang="en-US" altLang="ko-KR" sz="1200" dirty="0"/>
          </a:p>
        </p:txBody>
      </p:sp>
      <p:grpSp>
        <p:nvGrpSpPr>
          <p:cNvPr id="10" name="그룹 9"/>
          <p:cNvGrpSpPr/>
          <p:nvPr/>
        </p:nvGrpSpPr>
        <p:grpSpPr>
          <a:xfrm>
            <a:off x="341918" y="1140801"/>
            <a:ext cx="4374078" cy="2288200"/>
            <a:chOff x="341918" y="1140800"/>
            <a:chExt cx="6723940" cy="3517477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919" y="1140800"/>
              <a:ext cx="6723939" cy="3517476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341918" y="1421513"/>
              <a:ext cx="6723939" cy="323676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rcRect t="57190"/>
          <a:stretch/>
        </p:blipFill>
        <p:spPr>
          <a:xfrm>
            <a:off x="341918" y="3670300"/>
            <a:ext cx="5277807" cy="1970723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657350" y="4692651"/>
            <a:ext cx="2806700" cy="749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57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191</Words>
  <Application>Microsoft Office PowerPoint</Application>
  <PresentationFormat>와이드스크린</PresentationFormat>
  <Paragraphs>49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개발환경_서비스등록메뉴얼 (BackEnd – NestJS, PM2)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개발환경_서비스등록메뉴얼 (Vue3, Xampp)</dc:title>
  <dc:creator>Woobo_1017</dc:creator>
  <cp:lastModifiedBy>Woobo_1017</cp:lastModifiedBy>
  <cp:revision>11</cp:revision>
  <dcterms:created xsi:type="dcterms:W3CDTF">2025-12-30T01:43:24Z</dcterms:created>
  <dcterms:modified xsi:type="dcterms:W3CDTF">2025-12-30T04:18:26Z</dcterms:modified>
</cp:coreProperties>
</file>