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7B7BA-B874-625E-60AC-FABB25995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500D89-0EEF-B0CD-2374-138C942C6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1593F-41AD-0329-22F1-D0EADCE8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94C5B-14C3-015D-D2B2-65D1CB36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5515E-0930-E0EC-EA20-7316AC64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33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A92E1-321C-D27D-437F-37DCFA5F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26D4B1-654A-DCA2-D36A-01170FC2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A85A0-4D34-DF7A-BCB6-644EBA0F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B182FF-B432-844F-5EAF-61433FBB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483F9-9E00-EC5E-78D7-E871B7F8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26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F7934-8B65-8215-31AD-6C5F3833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D12C66-1A30-EAA1-B17C-ED23F1CF2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1D65F-DC04-02F3-3E0E-8BF5AAC5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5B4AB1-CFE1-763F-BB42-FE563E7E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A898F9-2250-5F9A-AF5A-FF2D8756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60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37EFB-606C-0BA5-6C5B-21188171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E96254-25B1-E214-0D16-F6E847F7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977920-A0EF-459D-84C3-0302D3136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E7AED8-F720-9494-A722-AEEAF436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1C4A2D-958C-64A8-0B33-83D69EE1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E18871-A991-8017-FF28-4AD21ACF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38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EC5F-8FD6-021B-9496-68AC66F9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0020ED-32E1-A41B-1252-DF72CBC13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2B8C3-B6C3-F000-CA83-7B4792C04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5C34B9-1B96-EED1-BE2A-714AAF941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3C6175-1E2F-3530-85DB-2824AAFB8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ECE9F5-459A-733C-7242-309F1397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46C8C5-5DB2-2FA3-4195-9D3018CB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53D449-E931-FD98-AEB3-43542F53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11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B967F-31CA-3E8E-2748-4FED0B60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F99A72-36EA-28FB-392E-2AA754CC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CCC070-ACB7-7860-A3E5-5FE8E786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EC7E20-F621-ABA3-D0AC-DC0646D4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12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443357-167C-233B-BF12-7709FFBD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C8185C-E96F-6ACA-3440-73F986E5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F1D44-F1C2-53F9-2E56-E6F15FF6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CB598-C41D-6F9F-6D5C-12C2224D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62A8F-7201-A186-2DD7-9F8281B92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FD3CA9-B3E2-D9AD-6050-7E7E2457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C1B18B-6083-1A07-A275-F3E8EE11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1735FB-7577-B2FE-F0C7-299D3A92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D19B1C-9DD7-A9D0-7E13-D9880061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46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52798-4A2E-2C78-294C-574DC5D4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CE7101-6447-0604-F55A-284F2EF3A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CBC9E0-1A38-F3F9-64CD-A27619CDB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71B089-1FE5-C707-99BB-F8FC811A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E15FD5-4F0C-EF76-D0C8-758FEAA3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10C9E9-D864-9049-AB2D-803B5FAE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5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79D8E-6490-EF28-F1B9-62F5C638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1619B-CD8D-6DA8-C47D-6BEE3565C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C3F0D-332A-6CCF-823F-26C1A497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6C0508-89F1-8C2F-9227-3E1BA438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A2030-FF1A-B06F-9BE8-22EE7FCF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10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75955F-9371-4593-6DC1-F3F67F35B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1B9346-7C50-4DF2-5F2E-31826C682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C49568-A09F-F826-722C-2FEA215F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658-13A1-0D06-B421-FDF4784B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AFB9E-C60C-BAAF-1852-DB20A8A7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42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183BE5-AC28-E193-A349-DFF5C078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71F9F9-6A7D-EBAA-950B-209B5887E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274D9-7E00-94E0-81A9-7C1A1B28D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68EA6-ADC8-4839-B680-D5A2E925C010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A340F9-5F3F-24B1-83BD-1B3EE1208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B81D9F-5379-BB13-8D76-2156006AF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08641-DFA9-4420-A937-F8A3AE648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03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498AF-55D6-6536-CE85-B03C6744B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FBDA13-DF77-57F1-9B3E-6B9D239D2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52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9C07D-297A-6A06-6209-3C731C0B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</a:t>
            </a:r>
            <a:r>
              <a:rPr lang="en-US" altLang="ko-KR" dirty="0"/>
              <a:t>, </a:t>
            </a:r>
            <a:r>
              <a:rPr lang="ko-KR" altLang="en-US" dirty="0"/>
              <a:t>시 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BCAFF-7A4C-5CCD-C2C7-7B7ABC0B3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</a:t>
            </a:r>
            <a:r>
              <a:rPr lang="en-US" altLang="ko-KR" b="1" dirty="0"/>
              <a:t>LEFT</a:t>
            </a:r>
            <a:r>
              <a:rPr lang="en-US" altLang="ko-KR" dirty="0"/>
              <a:t>(ADMCODE,2) </a:t>
            </a:r>
            <a:r>
              <a:rPr lang="en-US" altLang="ko-KR" b="1" dirty="0"/>
              <a:t>AS</a:t>
            </a:r>
            <a:r>
              <a:rPr lang="en-US" altLang="ko-KR" dirty="0"/>
              <a:t> CITY, RM</a:t>
            </a:r>
          </a:p>
          <a:p>
            <a:pPr marL="0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tcm_cou_dngr_adm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GROUP</a:t>
            </a:r>
            <a:r>
              <a:rPr lang="en-US" altLang="ko-KR" dirty="0"/>
              <a:t> </a:t>
            </a:r>
            <a:r>
              <a:rPr lang="en-US" altLang="ko-KR" b="1" dirty="0"/>
              <a:t>BY</a:t>
            </a:r>
            <a:r>
              <a:rPr lang="en-US" altLang="ko-KR" dirty="0"/>
              <a:t> CITY;</a:t>
            </a:r>
          </a:p>
          <a:p>
            <a:endParaRPr lang="ko-KR" altLang="en-US" dirty="0"/>
          </a:p>
          <a:p>
            <a:pPr marL="0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ADMCODE, RM</a:t>
            </a:r>
          </a:p>
          <a:p>
            <a:pPr marL="0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tcm_cou_dngr_adm</a:t>
            </a:r>
            <a:r>
              <a:rPr lang="en-US" altLang="ko-KR" dirty="0"/>
              <a:t>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491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도, 시 조회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2025-09-15T05:10:24Z</dcterms:created>
  <dcterms:modified xsi:type="dcterms:W3CDTF">2025-09-15T05:26:55Z</dcterms:modified>
</cp:coreProperties>
</file>