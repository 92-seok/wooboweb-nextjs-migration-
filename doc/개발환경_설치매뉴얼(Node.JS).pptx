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05E6A-8984-EFA1-470E-CC78E8040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0DD331-7DFE-E3A0-60ED-616430268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44CAF-9969-87D7-A259-7AC10E73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ED3A56-B52E-14CF-C7AB-1A8265F3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90E76-48B1-1323-FCA0-755EB08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25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FCAD6-30DA-718A-0B9E-F91CA2C6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6BE5E-5EC4-7180-86B9-0C223D57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57CBF-6129-74C9-A914-62F7E4E0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ED207-E025-BA6A-D6F9-FE1C612F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CCB6A-DB1E-A96E-0A3D-9322821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25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32211-1E6F-F3A4-9050-32A6C9DC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A56608-4347-F241-745B-AB6695A9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BE8B-B936-0E69-A9CC-DFDBFC37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F8286-8F65-ED9D-299E-B1763B36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15C32-F422-830D-A537-7398F319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3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16C10-3816-432F-38FA-B0EE9832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D0E7BB-13BA-D54E-8414-7F5FD9C6F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71964C-62EA-53EF-2A0A-488125F53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998E5F-2E43-0165-E3EA-AA09D3FE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6802C-A3FF-3C3B-3C05-90CAE561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7C0EF-9084-5DD0-699A-7DEC25AB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15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EC5AB-6580-EA19-94F2-A61CB40A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4D46D0-0F51-7669-9A99-623021B8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6C8450-E8F8-7516-3E30-5E36D0BB1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B756FD-6D0D-49DC-BFBA-C300B20B4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0179B7-D0AF-48E7-CA89-B61A74390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03B105-7526-AAF4-9DDD-0A16130A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704524-7241-5B7B-AA8F-D5106AD9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118A96-EC14-0C6D-7880-B76E32E3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2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CF931-5C47-098E-669A-A071695E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47CD62-7BEB-93F6-8F59-9A38920B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5D8707-8721-5828-F469-C2EAE369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C4656B-0285-FB2E-3898-9A15C260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4A1931-8E47-A32B-D7DB-CFF8DE9D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7033E6-B526-1B70-0589-2324F6DA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F42FE-05BC-9F27-685D-412409EA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1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7CA9B-6AF0-EF10-B4BB-8A9E8CE1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CF62D-66CC-6C64-5F83-7FBAF3D0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57CD72-A01A-C13B-D551-99ABBE052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19B9B-C79D-C92B-0700-B6977B4C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8C00A2-B151-884C-FA28-E8462315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2019E7-A589-2732-95EF-B781C890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02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C6B8F-13B2-D492-33DF-C1283501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B241D6-17E0-C89D-27A9-A238929B0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D10C6-0019-CCF9-13E5-37B67551E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C5E3FF-65EA-82CE-53E8-063CE155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1406EE-93F0-00B6-1C99-4D098B3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53093-EE0C-C9E2-8B62-94726689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85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4ACE1-A4F0-346A-9111-E9E77D07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B54B05-9EE8-BCB1-4C25-80BA7D39B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25541-E4D1-95FE-7EC2-5746A2BF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6A8D-5A74-BE7B-6929-272B5BB6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E9733-D35C-2DF7-5CD9-AA5306B5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79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FD80FC-273F-588E-C294-71B175B7E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A1528-A9B6-921F-0E26-C5FB14091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5F084-DC99-19E0-7AF1-11FF4F11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3E12D-057D-273D-A228-DA9CD152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F82EE-AAC0-33E6-9BD3-1DDB43FB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9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AEEB5A-2190-7F9A-9A96-6D342883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93ECF4-33BD-E166-F96D-BF2E7F816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D7807-FA6D-B54F-E92D-CE43FE003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7B33D-9757-66EA-F3D1-A756308E0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E8AF7-464C-65E0-58DA-481FF6906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29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366C-8B87-E7B7-10F7-0A36AF6F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72435-4746-0080-CEFA-668391B2F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3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CBD0E-5059-1CC8-E4F0-DE6109D1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F6CF475-468A-605A-E82A-7A9C317A3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7768"/>
            <a:ext cx="10515600" cy="394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1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D6772-A679-D559-751D-2FBA146A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2E0DA01-7E6C-BA64-D369-85CA06C60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8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3D0A9-7F61-B76E-239D-4EFF7708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5728FA0-4FBE-AF71-0C90-39DAD4E4E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6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D0618-76AA-610D-E7E3-30274B0A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030B8DB-B24C-CC94-18D2-32C8F0578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6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4D589-EEFD-0A32-0E79-939A42DF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3C9DC02-28DA-42D5-5805-DF37B9827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47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13323-ABAE-633A-5AB2-A987F76D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79A96A2-6B3D-6A68-B4B8-64C065A13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9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03077-6914-B504-A0E8-CAAF31B8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5E376F5-1E11-4856-7492-5996B53C1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4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03DBA-0D1F-9D04-5ECF-C9D9A339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31D4EED-8BDC-A221-08D8-8C08089A4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30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CFD30-BED1-E6B8-D319-F592C08E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69C48DD-C918-9CA1-067A-E0EB04390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562" y="2158206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9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EDFDD-5BF6-95FE-8FD6-266AA3B6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CMD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2A438D4-372D-794A-4B34-5EC714B99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Microsoft Windows [Version 10.0.19045.6216]</a:t>
            </a:r>
          </a:p>
          <a:p>
            <a:r>
              <a:rPr lang="en-US" altLang="ko-KR" dirty="0"/>
              <a:t>(c) Microsoft Corporation. All rights reserved.</a:t>
            </a:r>
          </a:p>
          <a:p>
            <a:endParaRPr lang="en-US" altLang="ko-KR" dirty="0"/>
          </a:p>
          <a:p>
            <a:r>
              <a:rPr lang="en-US" altLang="ko-KR" dirty="0"/>
              <a:t>C:\Users\Admin&gt;node -v</a:t>
            </a:r>
          </a:p>
          <a:p>
            <a:r>
              <a:rPr lang="en-US" altLang="ko-KR" dirty="0"/>
              <a:t>v22.19.0</a:t>
            </a:r>
          </a:p>
          <a:p>
            <a:endParaRPr lang="en-US" altLang="ko-KR" dirty="0"/>
          </a:p>
          <a:p>
            <a:r>
              <a:rPr lang="ko-KR" altLang="en-US" dirty="0"/>
              <a:t>실행권한 부여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$ Set-</a:t>
            </a:r>
            <a:r>
              <a:rPr lang="en-US" altLang="ko-KR" dirty="0" err="1"/>
              <a:t>ExecutionPolicy</a:t>
            </a:r>
            <a:r>
              <a:rPr lang="en-US" altLang="ko-KR" dirty="0"/>
              <a:t> </a:t>
            </a:r>
            <a:r>
              <a:rPr lang="en-US" altLang="ko-KR" dirty="0" err="1"/>
              <a:t>RemoteSigned</a:t>
            </a:r>
            <a:r>
              <a:rPr lang="en-US" altLang="ko-KR" dirty="0"/>
              <a:t> -Scope Process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230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31A83-235A-D249-0815-11BFDE45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NestJS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3CC9B8-F768-BBB9-2725-03ED4DE43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I –g @nestjs/cli</a:t>
            </a:r>
          </a:p>
          <a:p>
            <a:pPr marL="0" indent="0">
              <a:buNone/>
            </a:pPr>
            <a:r>
              <a:rPr lang="en-US" altLang="ko-KR" dirty="0"/>
              <a:t>$ nest new {project-name}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├── README.md</a:t>
            </a:r>
          </a:p>
          <a:p>
            <a:pPr marL="0" indent="0">
              <a:buNone/>
            </a:pPr>
            <a:r>
              <a:rPr lang="en-US" altLang="ko-KR" dirty="0"/>
              <a:t>├── nest-</a:t>
            </a:r>
            <a:r>
              <a:rPr lang="en-US" altLang="ko-KR" dirty="0" err="1"/>
              <a:t>cli.json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├── </a:t>
            </a:r>
            <a:r>
              <a:rPr lang="en-US" altLang="ko-KR" dirty="0" err="1"/>
              <a:t>node_modules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├── package-</a:t>
            </a:r>
            <a:r>
              <a:rPr lang="en-US" altLang="ko-KR" dirty="0" err="1"/>
              <a:t>lock.json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├── </a:t>
            </a:r>
            <a:r>
              <a:rPr lang="en-US" altLang="ko-KR" dirty="0" err="1"/>
              <a:t>package.json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├── </a:t>
            </a:r>
            <a:r>
              <a:rPr lang="en-US" altLang="ko-KR" dirty="0" err="1"/>
              <a:t>src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│   ├── </a:t>
            </a:r>
            <a:r>
              <a:rPr lang="en-US" altLang="ko-KR" dirty="0" err="1"/>
              <a:t>app.controller.spec.ts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│   ├── </a:t>
            </a:r>
            <a:r>
              <a:rPr lang="en-US" altLang="ko-KR" dirty="0" err="1"/>
              <a:t>app.controller.ts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│   ├── </a:t>
            </a:r>
            <a:r>
              <a:rPr lang="en-US" altLang="ko-KR" dirty="0" err="1"/>
              <a:t>app.module.ts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│   ├── </a:t>
            </a:r>
            <a:r>
              <a:rPr lang="en-US" altLang="ko-KR" dirty="0" err="1"/>
              <a:t>app.service.ts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│   └── </a:t>
            </a:r>
            <a:r>
              <a:rPr lang="en-US" altLang="ko-KR" dirty="0" err="1"/>
              <a:t>main.ts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├── test</a:t>
            </a:r>
          </a:p>
          <a:p>
            <a:pPr marL="0" indent="0">
              <a:buNone/>
            </a:pPr>
            <a:r>
              <a:rPr lang="en-US" altLang="ko-KR" dirty="0"/>
              <a:t>│   ├── app.e2e-spec.ts</a:t>
            </a:r>
          </a:p>
          <a:p>
            <a:pPr marL="0" indent="0">
              <a:buNone/>
            </a:pPr>
            <a:r>
              <a:rPr lang="en-US" altLang="ko-KR" dirty="0"/>
              <a:t>│   └── jest-e2e.json</a:t>
            </a:r>
          </a:p>
          <a:p>
            <a:pPr marL="0" indent="0">
              <a:buNone/>
            </a:pPr>
            <a:r>
              <a:rPr lang="en-US" altLang="ko-KR" dirty="0"/>
              <a:t>├── </a:t>
            </a:r>
            <a:r>
              <a:rPr lang="en-US" altLang="ko-KR" dirty="0" err="1"/>
              <a:t>tsconfig.build.json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└── </a:t>
            </a:r>
            <a:r>
              <a:rPr lang="en-US" altLang="ko-KR" dirty="0" err="1"/>
              <a:t>tsconfig.json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4481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F3E13-B0A9-8540-EBA7-EDCB06A0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79641-2C96-8954-D011-65625D68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987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165</Words>
  <Application>Microsoft Office PowerPoint</Application>
  <PresentationFormat>와이드스크린</PresentationFormat>
  <Paragraphs>40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개발환경 설치 매뉴얼</vt:lpstr>
      <vt:lpstr>Node.js</vt:lpstr>
      <vt:lpstr>Node.js</vt:lpstr>
      <vt:lpstr>Node.js</vt:lpstr>
      <vt:lpstr>Node.js</vt:lpstr>
      <vt:lpstr>Node.js</vt:lpstr>
      <vt:lpstr>Node.js</vt:lpstr>
      <vt:lpstr>Node.js</vt:lpstr>
      <vt:lpstr>Node.js</vt:lpstr>
      <vt:lpstr>Node.js</vt:lpstr>
      <vt:lpstr>CMD</vt:lpstr>
      <vt:lpstr>NestJS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2025-09-02T04:36:13Z</dcterms:created>
  <dcterms:modified xsi:type="dcterms:W3CDTF">2025-09-03T08:40:13Z</dcterms:modified>
</cp:coreProperties>
</file>