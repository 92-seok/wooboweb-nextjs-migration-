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5" r:id="rId12"/>
    <p:sldId id="277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40" autoAdjust="0"/>
    <p:restoredTop sz="94660"/>
  </p:normalViewPr>
  <p:slideViewPr>
    <p:cSldViewPr snapToGrid="0">
      <p:cViewPr varScale="1">
        <p:scale>
          <a:sx n="86" d="100"/>
          <a:sy n="86" d="100"/>
        </p:scale>
        <p:origin x="114" y="48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505E6A-8984-EFA1-470E-CC78E80404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0DD331-7DFE-E3A0-60ED-6164302684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B44CAF-9969-87D7-A259-7AC10E731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ED3A56-B52E-14CF-C7AB-1A8265F3E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90E76-48B1-1323-FCA0-755EB08FD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3250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9FCAD6-30DA-718A-0B9E-F91CA2C68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F6BE5E-5EC4-7180-86B9-0C223D578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557CBF-6129-74C9-A914-62F7E4E0A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AED207-E025-BA6A-D6F9-FE1C612FA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5CCB6A-DB1E-A96E-0A3D-9322821B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1254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832211-1E6F-F3A4-9050-32A6C9DC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A56608-4347-F241-745B-AB6695A9E8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28BE8B-B936-0E69-A9CC-DFDBFC37B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FF8286-8F65-ED9D-299E-B1763B367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C15C32-F422-830D-A537-7398F319C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131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F16C10-3816-432F-38FA-B0EE9832E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D0E7BB-13BA-D54E-8414-7F5FD9C6F3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71964C-62EA-53EF-2A0A-488125F53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998E5F-2E43-0165-E3EA-AA09D3FE5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A6802C-A3FF-3C3B-3C05-90CAE561A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D7C0EF-9084-5DD0-699A-7DEC25AB1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155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6EC5AB-6580-EA19-94F2-A61CB40A2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94D46D0-0F51-7669-9A99-623021B8C6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26C8450-E8F8-7516-3E30-5E36D0BB17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CB756FD-6D0D-49DC-BFBA-C300B20B43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50179B7-D0AF-48E7-CA89-B61A74390B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E03B105-7526-AAF4-9DDD-0A16130A4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1704524-7241-5B7B-AA8F-D5106AD93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C118A96-EC14-0C6D-7880-B76E32E38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226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BCF931-5C47-098E-669A-A071695E4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F47CD62-7BEB-93F6-8F59-9A38920B1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75D8707-8721-5828-F469-C2EAE3699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CC4656B-0285-FB2E-3898-9A15C2600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460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D4A1931-8E47-A32B-D7DB-CFF8DE9D2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67033E6-B526-1B70-0589-2324F6DAD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FF42FE-05BC-9F27-685D-412409EA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510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07CA9B-6AF0-EF10-B4BB-8A9E8CE1A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ECF62D-66CC-6C64-5F83-7FBAF3D0C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E57CD72-A01A-C13B-D551-99ABBE052A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719B9B-C79D-C92B-0700-B6977B4CE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48C00A2-B151-884C-FA28-E84623150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2019E7-A589-2732-95EF-B781C8909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021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C6B8F-13B2-D492-33DF-C1283501C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BB241D6-17E0-C89D-27A9-A238929B0D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7D10C6-0019-CCF9-13E5-37B67551E5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C5E3FF-65EA-82CE-53E8-063CE1552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1406EE-93F0-00B6-1C99-4D098B3DD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8E53093-EE0C-C9E2-8B62-947266899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6858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24ACE1-A4F0-346A-9111-E9E77D07D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BB54B05-9EE8-BCB1-4C25-80BA7D39B5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B25541-E4D1-95FE-7EC2-5746A2BFA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F26A8D-5A74-BE7B-6929-272B5BB6D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DE9733-D35C-2DF7-5CD9-AA5306B58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799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DFD80FC-273F-588E-C294-71B175B7EB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04A1528-A9B6-921F-0E26-C5FB14091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95F084-DC99-19E0-7AF1-11FF4F11C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B3E12D-057D-273D-A228-DA9CD1526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9F82EE-AAC0-33E6-9BD3-1DDB43FB4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4094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5AEEB5A-2190-7F9A-9A96-6D342883D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93ECF4-33BD-E166-F96D-BF2E7F816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BD7807-FA6D-B54F-E92D-CE43FE003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57B33D-9757-66EA-F3D1-A756308E06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1E8AF7-464C-65E0-58DA-481FF6906D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298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E6366C-8B87-E7B7-10F7-0A36AF6F12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개발환경 설치 매뉴얼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572435-4746-0080-CEFA-668391B2F3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52386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ACBD0E-5059-1CC8-E4F0-DE6109D14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F6CF475-468A-605A-E82A-7A9C317A33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27768"/>
            <a:ext cx="10515600" cy="3947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212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3D6772-A679-D559-751D-2FBA146A0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02E0DA01-7E6C-BA64-D369-85CA06C600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483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13D0A9-7F61-B76E-239D-4EFF7708B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5728FA0-4FBE-AF71-0C90-39DAD4E4E5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0647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0D0618-76AA-610D-E7E3-30274B0A7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C030B8DB-B24C-CC94-18D2-32C8F05783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765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C4D589-EEFD-0A32-0E79-939A42DF8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D3C9DC02-28DA-42D5-5805-DF37B98273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447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D13323-ABAE-633A-5AB2-A987F76DF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279A96A2-6B3D-6A68-B4B8-64C065A138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097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B03077-6914-B504-A0E8-CAAF31B80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35E376F5-1E11-4856-7492-5996B53C15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90440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803DBA-0D1F-9D04-5ECF-C9D9A3397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331D4EED-8BDC-A221-08D8-8C08089A4A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5308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ACFD30-BED1-E6B8-D319-F592C08E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E69C48DD-C918-9CA1-067A-E0EB04390F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2926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DEDFDD-5BF6-95FE-8FD6-266AA3B67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CMD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2A438D4-372D-794A-4B34-5EC714B993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Microsoft Windows [Version 10.0.19045.6216]</a:t>
            </a:r>
          </a:p>
          <a:p>
            <a:r>
              <a:rPr lang="en-US" altLang="ko-KR" dirty="0"/>
              <a:t>(c) Microsoft Corporation. All rights reserved.</a:t>
            </a:r>
          </a:p>
          <a:p>
            <a:endParaRPr lang="en-US" altLang="ko-KR" dirty="0"/>
          </a:p>
          <a:p>
            <a:r>
              <a:rPr lang="en-US" altLang="ko-KR" dirty="0"/>
              <a:t>C:\Users\Admin&gt;node -v</a:t>
            </a:r>
          </a:p>
          <a:p>
            <a:r>
              <a:rPr lang="en-US" altLang="ko-KR" dirty="0"/>
              <a:t>v22.19.0</a:t>
            </a:r>
          </a:p>
          <a:p>
            <a:endParaRPr lang="en-US" altLang="ko-KR" dirty="0"/>
          </a:p>
          <a:p>
            <a:r>
              <a:rPr lang="ko-KR" altLang="en-US" dirty="0"/>
              <a:t>실행권한 부여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$ Set-</a:t>
            </a:r>
            <a:r>
              <a:rPr lang="en-US" altLang="ko-KR" dirty="0" err="1"/>
              <a:t>ExecutionPolicy</a:t>
            </a:r>
            <a:r>
              <a:rPr lang="en-US" altLang="ko-KR" dirty="0"/>
              <a:t> </a:t>
            </a:r>
            <a:r>
              <a:rPr lang="en-US" altLang="ko-KR" dirty="0" err="1"/>
              <a:t>RemoteSigned</a:t>
            </a:r>
            <a:r>
              <a:rPr lang="en-US" altLang="ko-KR" dirty="0"/>
              <a:t> -Scope Process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53230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AF3E13-B0A9-8540-EBA7-EDCB06A07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B79641-2C96-8954-D011-65625D68B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프로그램 실행</a:t>
            </a:r>
            <a:endParaRPr lang="en-US" altLang="ko-KR" dirty="0"/>
          </a:p>
          <a:p>
            <a:pPr lvl="1"/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ko-KR" altLang="en-US" dirty="0"/>
              <a:t> </a:t>
            </a:r>
            <a:r>
              <a:rPr lang="en-US" altLang="ko-KR" dirty="0"/>
              <a:t>run</a:t>
            </a:r>
            <a:r>
              <a:rPr lang="ko-KR" altLang="en-US" dirty="0"/>
              <a:t> </a:t>
            </a:r>
            <a:r>
              <a:rPr lang="en-US" altLang="ko-KR" dirty="0" err="1"/>
              <a:t>start:dev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89876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76</Words>
  <Application>Microsoft Office PowerPoint</Application>
  <PresentationFormat>와이드스크린</PresentationFormat>
  <Paragraphs>22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개발환경 설치 매뉴얼</vt:lpstr>
      <vt:lpstr>Node.js</vt:lpstr>
      <vt:lpstr>Node.js</vt:lpstr>
      <vt:lpstr>Node.js</vt:lpstr>
      <vt:lpstr>Node.js</vt:lpstr>
      <vt:lpstr>Node.js</vt:lpstr>
      <vt:lpstr>Node.js</vt:lpstr>
      <vt:lpstr>Node.js</vt:lpstr>
      <vt:lpstr>Node.js</vt:lpstr>
      <vt:lpstr>Node.js</vt:lpstr>
      <vt:lpstr>CMD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8</cp:revision>
  <dcterms:created xsi:type="dcterms:W3CDTF">2025-09-02T04:36:13Z</dcterms:created>
  <dcterms:modified xsi:type="dcterms:W3CDTF">2025-09-07T07:29:37Z</dcterms:modified>
</cp:coreProperties>
</file>