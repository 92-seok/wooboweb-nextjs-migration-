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12"/>
    <p:sldId id="276" r:id="rId13"/>
    <p:sldId id="277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BD0E-5059-1CC8-E4F0-DE6109D14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F6CF475-468A-605A-E82A-7A9C317A33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768"/>
            <a:ext cx="10515600" cy="394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212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3D6772-A679-D559-751D-2FBA146A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2E0DA01-7E6C-BA64-D369-85CA06C600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48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3D0A9-7F61-B76E-239D-4EFF7708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5728FA0-4FBE-AF71-0C90-39DAD4E4E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064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D0618-76AA-610D-E7E3-30274B0A7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030B8DB-B24C-CC94-18D2-32C8F05783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6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C4D589-EEFD-0A32-0E79-939A42DF8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3C9DC02-28DA-42D5-5805-DF37B982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447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13323-ABAE-633A-5AB2-A987F76DF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79A96A2-6B3D-6A68-B4B8-64C065A1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9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03077-6914-B504-A0E8-CAAF31B80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5E376F5-1E11-4856-7492-5996B53C15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44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03DBA-0D1F-9D04-5ECF-C9D9A33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31D4EED-8BDC-A221-08D8-8C08089A4A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30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CFD30-BED1-E6B8-D319-F592C08E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E69C48DD-C918-9CA1-067A-E0EB04390F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292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EDFDD-5BF6-95FE-8FD6-266AA3B6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CMD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A438D4-372D-794A-4B34-5EC714B99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Microsoft Windows [Version 10.0.19045.6216]</a:t>
            </a:r>
          </a:p>
          <a:p>
            <a:r>
              <a:rPr lang="en-US" altLang="ko-KR" dirty="0"/>
              <a:t>(c) Microsoft Corporation. All rights reserved.</a:t>
            </a:r>
          </a:p>
          <a:p>
            <a:endParaRPr lang="en-US" altLang="ko-KR" dirty="0"/>
          </a:p>
          <a:p>
            <a:r>
              <a:rPr lang="en-US" altLang="ko-KR" dirty="0"/>
              <a:t>C:\Users\Admin&gt;node -v</a:t>
            </a:r>
          </a:p>
          <a:p>
            <a:r>
              <a:rPr lang="en-US" altLang="ko-KR" dirty="0"/>
              <a:t>v22.19.0</a:t>
            </a:r>
          </a:p>
          <a:p>
            <a:endParaRPr lang="en-US" altLang="ko-KR" dirty="0"/>
          </a:p>
          <a:p>
            <a:r>
              <a:rPr lang="ko-KR" altLang="en-US" dirty="0"/>
              <a:t>실행권한 부여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$ Set-</a:t>
            </a:r>
            <a:r>
              <a:rPr lang="en-US" altLang="ko-KR" dirty="0" err="1"/>
              <a:t>ExecutionPolicy</a:t>
            </a:r>
            <a:r>
              <a:rPr lang="en-US" altLang="ko-KR" dirty="0"/>
              <a:t> </a:t>
            </a:r>
            <a:r>
              <a:rPr lang="en-US" altLang="ko-KR" dirty="0" err="1"/>
              <a:t>RemoteSigned</a:t>
            </a:r>
            <a:r>
              <a:rPr lang="en-US" altLang="ko-KR" dirty="0"/>
              <a:t> -Scope Process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230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C31A83-235A-D249-0815-11BFDE45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NestJS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3CC9B8-F768-BBB9-2725-03ED4DE43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 –g @nestjs/cli</a:t>
            </a:r>
          </a:p>
          <a:p>
            <a:pPr marL="0" indent="0">
              <a:buNone/>
            </a:pPr>
            <a:r>
              <a:rPr lang="en-US" altLang="ko-KR" dirty="0"/>
              <a:t>$ nest new {project-name}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README.md</a:t>
            </a:r>
          </a:p>
          <a:p>
            <a:pPr marL="0" indent="0">
              <a:buNone/>
            </a:pPr>
            <a:r>
              <a:rPr lang="en-US" altLang="ko-KR" dirty="0"/>
              <a:t>├── nest-</a:t>
            </a:r>
            <a:r>
              <a:rPr lang="en-US" altLang="ko-KR" dirty="0" err="1"/>
              <a:t>cli.json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node_modules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package-</a:t>
            </a:r>
            <a:r>
              <a:rPr lang="en-US" altLang="ko-KR" dirty="0" err="1"/>
              <a:t>lock.json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package.json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src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app.controller.spec.ts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app.controller.ts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app.module.ts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├── </a:t>
            </a:r>
            <a:r>
              <a:rPr lang="en-US" altLang="ko-KR" dirty="0" err="1"/>
              <a:t>app.service.ts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│   └── </a:t>
            </a:r>
            <a:r>
              <a:rPr lang="en-US" altLang="ko-KR" dirty="0" err="1"/>
              <a:t>main.ts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├── test</a:t>
            </a:r>
          </a:p>
          <a:p>
            <a:pPr marL="0" indent="0">
              <a:buNone/>
            </a:pPr>
            <a:r>
              <a:rPr lang="en-US" altLang="ko-KR" dirty="0"/>
              <a:t>│   ├── app.e2e-spec.ts</a:t>
            </a:r>
          </a:p>
          <a:p>
            <a:pPr marL="0" indent="0">
              <a:buNone/>
            </a:pPr>
            <a:r>
              <a:rPr lang="en-US" altLang="ko-KR" dirty="0"/>
              <a:t>│   └── jest-e2e.json</a:t>
            </a:r>
          </a:p>
          <a:p>
            <a:pPr marL="0" indent="0">
              <a:buNone/>
            </a:pPr>
            <a:r>
              <a:rPr lang="en-US" altLang="ko-KR" dirty="0"/>
              <a:t>├── </a:t>
            </a:r>
            <a:r>
              <a:rPr lang="en-US" altLang="ko-KR" dirty="0" err="1"/>
              <a:t>tsconfig.build.json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└── </a:t>
            </a:r>
            <a:r>
              <a:rPr lang="en-US" altLang="ko-KR" dirty="0" err="1"/>
              <a:t>tsconfig.json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54481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ko-KR" altLang="en-US" dirty="0"/>
              <a:t> </a:t>
            </a:r>
            <a:r>
              <a:rPr lang="en-US" altLang="ko-KR" dirty="0"/>
              <a:t>run</a:t>
            </a:r>
            <a:r>
              <a:rPr lang="ko-KR" altLang="en-US" dirty="0"/>
              <a:t> </a:t>
            </a:r>
            <a:r>
              <a:rPr lang="en-US" altLang="ko-KR" dirty="0" err="1"/>
              <a:t>start:dev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171</Words>
  <Application>Microsoft Office PowerPoint</Application>
  <PresentationFormat>와이드스크린</PresentationFormat>
  <Paragraphs>41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개발환경 설치 매뉴얼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CMD</vt:lpstr>
      <vt:lpstr>NestJS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6</cp:revision>
  <dcterms:created xsi:type="dcterms:W3CDTF">2025-09-02T04:36:13Z</dcterms:created>
  <dcterms:modified xsi:type="dcterms:W3CDTF">2025-09-03T10:17:18Z</dcterms:modified>
</cp:coreProperties>
</file>