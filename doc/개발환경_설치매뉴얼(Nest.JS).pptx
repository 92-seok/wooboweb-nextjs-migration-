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  <p:sldId id="276" r:id="rId5"/>
    <p:sldId id="280" r:id="rId6"/>
    <p:sldId id="281" r:id="rId7"/>
    <p:sldId id="279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  <p14:sldId id="276"/>
            <p14:sldId id="280"/>
            <p14:sldId id="281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4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3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Nest.js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@nestjs/cli</a:t>
            </a:r>
          </a:p>
          <a:p>
            <a:r>
              <a:rPr lang="en-US" altLang="ko-KR" dirty="0"/>
              <a:t>$ nest –v</a:t>
            </a:r>
          </a:p>
          <a:p>
            <a:endParaRPr lang="en-US" altLang="ko-KR" dirty="0"/>
          </a:p>
          <a:p>
            <a:r>
              <a:rPr lang="en-US" altLang="ko-KR" dirty="0"/>
              <a:t>$ nest new {project-name}</a:t>
            </a:r>
          </a:p>
          <a:p>
            <a:endParaRPr lang="en-US" altLang="ko-KR" dirty="0"/>
          </a:p>
          <a:p>
            <a:r>
              <a:rPr lang="en-US" altLang="ko-KR" dirty="0"/>
              <a:t>$ cd {project-name}</a:t>
            </a:r>
          </a:p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</a:t>
            </a:r>
            <a:r>
              <a:rPr lang="en-US" altLang="ko-KR" dirty="0" err="1"/>
              <a:t>start:dev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app.controller.ts</a:t>
            </a:r>
            <a:r>
              <a:rPr lang="en-US" altLang="ko-KR" dirty="0"/>
              <a:t>: </a:t>
            </a:r>
            <a:r>
              <a:rPr lang="ko-KR" altLang="en-US" dirty="0"/>
              <a:t>애플리케이션의 컨트롤러를 정의하는 파일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app.service.ts</a:t>
            </a:r>
            <a:r>
              <a:rPr lang="en-US" altLang="ko-KR" dirty="0"/>
              <a:t> : </a:t>
            </a:r>
            <a:r>
              <a:rPr lang="ko-KR" altLang="en-US" dirty="0"/>
              <a:t>애플리케이션의 비즈니스 로직을 담당하는 서비스 클래스를 정의하는 파일</a:t>
            </a:r>
            <a:endParaRPr lang="en-US" altLang="ko-KR" dirty="0"/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app.module.ts</a:t>
            </a:r>
            <a:r>
              <a:rPr lang="en-US" altLang="ko-KR" dirty="0"/>
              <a:t> : </a:t>
            </a:r>
            <a:r>
              <a:rPr lang="ko-KR" altLang="en-US" dirty="0"/>
              <a:t>애플리케이션의 모듈을 정의하는 파일</a:t>
            </a:r>
            <a:endParaRPr lang="en-US" altLang="ko-KR" dirty="0"/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main.ts</a:t>
            </a:r>
            <a:r>
              <a:rPr lang="en-US" altLang="ko-KR" dirty="0"/>
              <a:t> : </a:t>
            </a:r>
            <a:r>
              <a:rPr lang="ko-KR" altLang="en-US" dirty="0"/>
              <a:t>애플리케이션의 </a:t>
            </a:r>
            <a:r>
              <a:rPr lang="ko-KR" altLang="en-US" err="1"/>
              <a:t>진입점</a:t>
            </a:r>
            <a:r>
              <a:rPr lang="ko-KR" altLang="en-US"/>
              <a:t> 역할을 하는 파일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C31A83-235A-D249-0815-11BFDE45E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NestJS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3CC9B8-F768-BBB9-2725-03ED4DE43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 –g @nestjs/cli</a:t>
            </a:r>
          </a:p>
          <a:p>
            <a:pPr marL="0" indent="0">
              <a:buNone/>
            </a:pPr>
            <a:r>
              <a:rPr lang="en-US" altLang="ko-KR" dirty="0"/>
              <a:t>$ nest new {project-name}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README.md</a:t>
            </a:r>
          </a:p>
          <a:p>
            <a:pPr marL="0" indent="0">
              <a:buNone/>
            </a:pPr>
            <a:r>
              <a:rPr lang="en-US" altLang="ko-KR" dirty="0"/>
              <a:t>├── nest-</a:t>
            </a:r>
            <a:r>
              <a:rPr lang="en-US" altLang="ko-KR" dirty="0" err="1"/>
              <a:t>cli.json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node_modules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package-</a:t>
            </a:r>
            <a:r>
              <a:rPr lang="en-US" altLang="ko-KR" dirty="0" err="1"/>
              <a:t>lock.json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package.json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src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app.controller.spec.ts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app.controller.ts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app.module.ts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app.service.ts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└── </a:t>
            </a:r>
            <a:r>
              <a:rPr lang="en-US" altLang="ko-KR" dirty="0" err="1"/>
              <a:t>main.ts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test</a:t>
            </a:r>
          </a:p>
          <a:p>
            <a:pPr marL="0" indent="0">
              <a:buNone/>
            </a:pPr>
            <a:r>
              <a:rPr lang="en-US" altLang="ko-KR" dirty="0"/>
              <a:t>│   ├── app.e2e-spec.ts</a:t>
            </a:r>
          </a:p>
          <a:p>
            <a:pPr marL="0" indent="0">
              <a:buNone/>
            </a:pPr>
            <a:r>
              <a:rPr lang="en-US" altLang="ko-KR" dirty="0"/>
              <a:t>│   └── jest-e2e.json</a:t>
            </a:r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tsconfig.build.json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└── </a:t>
            </a:r>
            <a:r>
              <a:rPr lang="en-US" altLang="ko-KR" dirty="0" err="1"/>
              <a:t>tsconfig.json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54481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7B522-6772-82D1-965B-52D8C9C57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Configuration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82C45D-ABB1-6EFC-EEA5-A11D0A200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</a:t>
            </a:r>
            <a:r>
              <a:rPr lang="en-US" altLang="ko-KR" dirty="0" err="1"/>
              <a:t>npm</a:t>
            </a:r>
            <a:r>
              <a:rPr lang="en-US" altLang="ko-KR" dirty="0"/>
              <a:t> install –save @nestjs/config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4D04A9-CFFE-37C2-EC08-EE097F2CB77D}"/>
              </a:ext>
            </a:extLst>
          </p:cNvPr>
          <p:cNvSpPr/>
          <p:nvPr/>
        </p:nvSpPr>
        <p:spPr>
          <a:xfrm>
            <a:off x="838200" y="2622550"/>
            <a:ext cx="6267450" cy="4064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dirty="0"/>
              <a:t>import { Module } from '@</a:t>
            </a:r>
            <a:r>
              <a:rPr lang="en-US" altLang="ko-KR" dirty="0" err="1"/>
              <a:t>nestjs</a:t>
            </a:r>
            <a:r>
              <a:rPr lang="en-US" altLang="ko-KR" dirty="0"/>
              <a:t>/common';</a:t>
            </a:r>
          </a:p>
          <a:p>
            <a:r>
              <a:rPr lang="en-US" altLang="ko-KR" dirty="0"/>
              <a:t>import { </a:t>
            </a:r>
            <a:r>
              <a:rPr lang="en-US" altLang="ko-KR" dirty="0" err="1"/>
              <a:t>ConfigModule</a:t>
            </a:r>
            <a:r>
              <a:rPr lang="en-US" altLang="ko-KR" dirty="0"/>
              <a:t> } from '@</a:t>
            </a:r>
            <a:r>
              <a:rPr lang="en-US" altLang="ko-KR" dirty="0" err="1"/>
              <a:t>nestjs</a:t>
            </a:r>
            <a:r>
              <a:rPr lang="en-US" altLang="ko-KR" dirty="0"/>
              <a:t>/config';</a:t>
            </a:r>
          </a:p>
          <a:p>
            <a:endParaRPr lang="en-US" altLang="ko-KR" dirty="0"/>
          </a:p>
          <a:p>
            <a:r>
              <a:rPr lang="en-US" altLang="ko-KR" dirty="0"/>
              <a:t>@Module({</a:t>
            </a:r>
          </a:p>
          <a:p>
            <a:r>
              <a:rPr lang="en-US" altLang="ko-KR" dirty="0"/>
              <a:t>  imports: [</a:t>
            </a:r>
            <a:r>
              <a:rPr lang="en-US" altLang="ko-KR" dirty="0" err="1"/>
              <a:t>ConfigModule.forRoot</a:t>
            </a:r>
            <a:r>
              <a:rPr lang="en-US" altLang="ko-KR" dirty="0"/>
              <a:t>({</a:t>
            </a:r>
          </a:p>
          <a:p>
            <a:r>
              <a:rPr lang="en-US" altLang="ko-KR" dirty="0"/>
              <a:t>	     cache: true,</a:t>
            </a:r>
          </a:p>
          <a:p>
            <a:r>
              <a:rPr lang="en-US" altLang="ko-KR" dirty="0"/>
              <a:t>	     </a:t>
            </a:r>
            <a:r>
              <a:rPr lang="en-US" altLang="ko-KR" dirty="0" err="1"/>
              <a:t>isGlobal</a:t>
            </a:r>
            <a:r>
              <a:rPr lang="en-US" altLang="ko-KR" dirty="0"/>
              <a:t>: true,</a:t>
            </a:r>
          </a:p>
          <a:p>
            <a:r>
              <a:rPr lang="en-US" altLang="ko-KR" dirty="0"/>
              <a:t>	   })],</a:t>
            </a:r>
          </a:p>
          <a:p>
            <a:pPr fontAlgn="base" latinLnBrk="0"/>
            <a:r>
              <a:rPr lang="en-US" altLang="ko-KR" dirty="0"/>
              <a:t>  controllers: [</a:t>
            </a:r>
            <a:r>
              <a:rPr lang="en-US" altLang="ko-KR" dirty="0" err="1"/>
              <a:t>AppController</a:t>
            </a:r>
            <a:r>
              <a:rPr lang="en-US" altLang="ko-KR" dirty="0"/>
              <a:t>],</a:t>
            </a:r>
          </a:p>
          <a:p>
            <a:pPr fontAlgn="base" latinLnBrk="0"/>
            <a:r>
              <a:rPr lang="en-US" altLang="ko-KR" dirty="0"/>
              <a:t>  providers: [</a:t>
            </a:r>
            <a:r>
              <a:rPr lang="en-US" altLang="ko-KR" dirty="0" err="1"/>
              <a:t>AppService</a:t>
            </a:r>
            <a:r>
              <a:rPr lang="en-US" altLang="ko-KR" dirty="0"/>
              <a:t>],</a:t>
            </a:r>
          </a:p>
          <a:p>
            <a:r>
              <a:rPr lang="en-US" altLang="ko-KR" dirty="0"/>
              <a:t>})</a:t>
            </a:r>
          </a:p>
          <a:p>
            <a:endParaRPr lang="en-US" altLang="ko-KR" dirty="0"/>
          </a:p>
          <a:p>
            <a:r>
              <a:rPr lang="en-US" altLang="ko-KR" dirty="0"/>
              <a:t>export class </a:t>
            </a:r>
            <a:r>
              <a:rPr lang="en-US" altLang="ko-KR" dirty="0" err="1"/>
              <a:t>AppModule</a:t>
            </a:r>
            <a:r>
              <a:rPr lang="en-US" altLang="ko-KR" dirty="0"/>
              <a:t> {}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8138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86D15-41C7-1CCB-101C-6202C2C74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8F466D-228A-DAFC-C448-109AE451E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.env</a:t>
            </a:r>
          </a:p>
          <a:p>
            <a:endParaRPr lang="en-US" altLang="ko-KR" dirty="0"/>
          </a:p>
          <a:p>
            <a:r>
              <a:rPr lang="en-US" altLang="ko-KR" dirty="0" err="1"/>
              <a:t>ConfigService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 err="1"/>
              <a:t>ConfigType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820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5A93DC-5E95-1619-BC7B-2387E98E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Database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51C720-D7AA-D5EF-7571-D74E54603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npm</a:t>
            </a:r>
            <a:r>
              <a:rPr lang="en-US" altLang="ko-KR" dirty="0"/>
              <a:t> install –save @nestjs/typeorm </a:t>
            </a:r>
            <a:r>
              <a:rPr lang="en-US" altLang="ko-KR" dirty="0" err="1"/>
              <a:t>typeorm</a:t>
            </a:r>
            <a:r>
              <a:rPr lang="en-US" altLang="ko-KR" dirty="0"/>
              <a:t> mysql2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5123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280</Words>
  <Application>Microsoft Office PowerPoint</Application>
  <PresentationFormat>와이드스크린</PresentationFormat>
  <Paragraphs>58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  <vt:lpstr>NestJS</vt:lpstr>
      <vt:lpstr>Configuration</vt:lpstr>
      <vt:lpstr>PowerPoint 프레젠테이션</vt:lpstr>
      <vt:lpstr>Database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12</cp:revision>
  <dcterms:created xsi:type="dcterms:W3CDTF">2025-09-02T04:36:13Z</dcterms:created>
  <dcterms:modified xsi:type="dcterms:W3CDTF">2025-09-07T07:29:27Z</dcterms:modified>
</cp:coreProperties>
</file>