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F1CB718-1FA8-45BD-B6D2-8E4AC34A4A8F}">
          <p14:sldIdLst>
            <p14:sldId id="256"/>
            <p14:sldId id="277"/>
          </p14:sldIdLst>
        </p14:section>
        <p14:section name="제목 없는 구역" id="{53E5FD2C-994F-4CFF-8214-B8896DC0A73D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05E6A-8984-EFA1-470E-CC78E8040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0DD331-7DFE-E3A0-60ED-616430268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44CAF-9969-87D7-A259-7AC10E73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ED3A56-B52E-14CF-C7AB-1A8265F3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90E76-48B1-1323-FCA0-755EB08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25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CAD6-30DA-718A-0B9E-F91CA2C6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6BE5E-5EC4-7180-86B9-0C223D57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57CBF-6129-74C9-A914-62F7E4E0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ED207-E025-BA6A-D6F9-FE1C612F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CCB6A-DB1E-A96E-0A3D-9322821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2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32211-1E6F-F3A4-9050-32A6C9D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56608-4347-F241-745B-AB6695A9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BE8B-B936-0E69-A9CC-DFDBFC37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F8286-8F65-ED9D-299E-B1763B3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15C32-F422-830D-A537-7398F319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3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16C10-3816-432F-38FA-B0EE9832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D0E7BB-13BA-D54E-8414-7F5FD9C6F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1964C-62EA-53EF-2A0A-488125F5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998E5F-2E43-0165-E3EA-AA09D3FE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6802C-A3FF-3C3B-3C05-90CAE56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7C0EF-9084-5DD0-699A-7DEC25AB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5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C5AB-6580-EA19-94F2-A61CB40A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4D46D0-0F51-7669-9A99-623021B8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6C8450-E8F8-7516-3E30-5E36D0BB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B756FD-6D0D-49DC-BFBA-C300B20B4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0179B7-D0AF-48E7-CA89-B61A74390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03B105-7526-AAF4-9DDD-0A16130A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704524-7241-5B7B-AA8F-D5106AD9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118A96-EC14-0C6D-7880-B76E32E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CF931-5C47-098E-669A-A071695E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47CD62-7BEB-93F6-8F59-9A38920B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D8707-8721-5828-F469-C2EAE369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C4656B-0285-FB2E-3898-9A15C260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4A1931-8E47-A32B-D7DB-CFF8DE9D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7033E6-B526-1B70-0589-2324F6DA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F42FE-05BC-9F27-685D-412409EA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1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7CA9B-6AF0-EF10-B4BB-8A9E8CE1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CF62D-66CC-6C64-5F83-7FBAF3D0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57CD72-A01A-C13B-D551-99ABBE052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19B9B-C79D-C92B-0700-B6977B4C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C00A2-B151-884C-FA28-E8462315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2019E7-A589-2732-95EF-B781C890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02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C6B8F-13B2-D492-33DF-C1283501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B241D6-17E0-C89D-27A9-A238929B0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D10C6-0019-CCF9-13E5-37B67551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5E3FF-65EA-82CE-53E8-063CE155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406EE-93F0-00B6-1C99-4D098B3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53093-EE0C-C9E2-8B62-94726689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5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4ACE1-A4F0-346A-9111-E9E77D07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B54B05-9EE8-BCB1-4C25-80BA7D39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25541-E4D1-95FE-7EC2-5746A2BF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6A8D-5A74-BE7B-6929-272B5BB6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E9733-D35C-2DF7-5CD9-AA5306B5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9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FD80FC-273F-588E-C294-71B175B7E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A1528-A9B6-921F-0E26-C5FB1409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5F084-DC99-19E0-7AF1-11FF4F11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3E12D-057D-273D-A228-DA9CD152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F82EE-AAC0-33E6-9BD3-1DDB43FB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9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AEEB5A-2190-7F9A-9A96-6D342883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93ECF4-33BD-E166-F96D-BF2E7F816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D7807-FA6D-B54F-E92D-CE43FE003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9EE32-49FD-4EA7-9011-353EB936649F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7B33D-9757-66EA-F3D1-A756308E0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E8AF7-464C-65E0-58DA-481FF6906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29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366C-8B87-E7B7-10F7-0A36AF6F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72435-4746-0080-CEFA-668391B2F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Nest.js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3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F3E13-B0A9-8540-EBA7-EDCB06A0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9641-2C96-8954-D011-65625D68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install –g @nestjs/cli</a:t>
            </a:r>
          </a:p>
          <a:p>
            <a:r>
              <a:rPr lang="en-US" altLang="ko-KR" dirty="0"/>
              <a:t>$ nest –v</a:t>
            </a:r>
          </a:p>
          <a:p>
            <a:endParaRPr lang="en-US" altLang="ko-KR" dirty="0"/>
          </a:p>
          <a:p>
            <a:r>
              <a:rPr lang="en-US" altLang="ko-KR" dirty="0"/>
              <a:t>$ nest new {project-name}</a:t>
            </a:r>
          </a:p>
          <a:p>
            <a:endParaRPr lang="en-US" altLang="ko-KR" dirty="0"/>
          </a:p>
          <a:p>
            <a:r>
              <a:rPr lang="en-US" altLang="ko-KR" dirty="0"/>
              <a:t>$ cd {project-name}</a:t>
            </a:r>
          </a:p>
          <a:p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run </a:t>
            </a:r>
            <a:r>
              <a:rPr lang="en-US" altLang="ko-KR" dirty="0" err="1"/>
              <a:t>start:dev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http://localhost:8080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898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82A63-8C57-65CA-40F5-792C7D37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7300C-DBD4-85C5-C111-74583B302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app.controller.ts</a:t>
            </a:r>
            <a:r>
              <a:rPr lang="en-US" altLang="ko-KR" dirty="0"/>
              <a:t>: </a:t>
            </a:r>
            <a:r>
              <a:rPr lang="ko-KR" altLang="en-US" dirty="0"/>
              <a:t>애플리케이션의 컨트롤러를 정의하는 파일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app.service.ts</a:t>
            </a:r>
            <a:r>
              <a:rPr lang="en-US" altLang="ko-KR" dirty="0"/>
              <a:t> : </a:t>
            </a:r>
            <a:r>
              <a:rPr lang="ko-KR" altLang="en-US" dirty="0"/>
              <a:t>애플리케이션의 비즈니스 로직을 담당하는 서비스 클래스를 정의하는 파일</a:t>
            </a:r>
            <a:endParaRPr lang="en-US" altLang="ko-KR" dirty="0"/>
          </a:p>
          <a:p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app.module.ts</a:t>
            </a:r>
            <a:r>
              <a:rPr lang="en-US" altLang="ko-KR" dirty="0"/>
              <a:t> : </a:t>
            </a:r>
            <a:r>
              <a:rPr lang="ko-KR" altLang="en-US" dirty="0"/>
              <a:t>애플리케이션의 모듈을 정의하는 파일</a:t>
            </a:r>
            <a:endParaRPr lang="en-US" altLang="ko-KR" dirty="0"/>
          </a:p>
          <a:p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main.ts</a:t>
            </a:r>
            <a:r>
              <a:rPr lang="en-US" altLang="ko-KR" dirty="0"/>
              <a:t> : </a:t>
            </a:r>
            <a:r>
              <a:rPr lang="ko-KR" altLang="en-US" dirty="0"/>
              <a:t>애플리케이션의 </a:t>
            </a:r>
            <a:r>
              <a:rPr lang="ko-KR" altLang="en-US" err="1"/>
              <a:t>진입점</a:t>
            </a:r>
            <a:r>
              <a:rPr lang="ko-KR" altLang="en-US"/>
              <a:t> 역할을 하는 파일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2059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93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개발환경 설치 매뉴얼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10</cp:revision>
  <dcterms:created xsi:type="dcterms:W3CDTF">2025-09-02T04:36:13Z</dcterms:created>
  <dcterms:modified xsi:type="dcterms:W3CDTF">2025-09-05T02:12:37Z</dcterms:modified>
</cp:coreProperties>
</file>