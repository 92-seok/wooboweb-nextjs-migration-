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7" r:id="rId3"/>
    <p:sldId id="278" r:id="rId4"/>
    <p:sldId id="279" r:id="rId5"/>
    <p:sldId id="280" r:id="rId6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F1CB718-1FA8-45BD-B6D2-8E4AC34A4A8F}">
          <p14:sldIdLst>
            <p14:sldId id="256"/>
            <p14:sldId id="277"/>
          </p14:sldIdLst>
        </p14:section>
        <p14:section name="제목 없는 구역" id="{53E5FD2C-994F-4CFF-8214-B8896DC0A73D}">
          <p14:sldIdLst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0" autoAdjust="0"/>
    <p:restoredTop sz="94660"/>
  </p:normalViewPr>
  <p:slideViewPr>
    <p:cSldViewPr snapToGrid="0">
      <p:cViewPr>
        <p:scale>
          <a:sx n="100" d="100"/>
          <a:sy n="100" d="100"/>
        </p:scale>
        <p:origin x="1224" y="27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90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18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422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321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613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403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545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97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750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052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365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9EE32-49FD-4EA7-9011-353EB936649F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6366C-8B87-E7B7-10F7-0A36AF6F12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개발환경 설치 매뉴얼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572435-4746-0080-CEFA-668391B2F3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Vue.JS 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386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F3E13-B0A9-8540-EBA7-EDCB06A07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B79641-2C96-8954-D011-65625D68B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$ </a:t>
            </a:r>
            <a:r>
              <a:rPr lang="en-US" altLang="ko-KR" dirty="0" err="1"/>
              <a:t>npm</a:t>
            </a:r>
            <a:r>
              <a:rPr lang="en-US" altLang="ko-KR" dirty="0"/>
              <a:t> install –g @vue/cli</a:t>
            </a:r>
          </a:p>
          <a:p>
            <a:endParaRPr lang="en-US" altLang="ko-KR" dirty="0"/>
          </a:p>
          <a:p>
            <a:r>
              <a:rPr lang="en-US" altLang="ko-KR" dirty="0"/>
              <a:t>$ </a:t>
            </a:r>
            <a:r>
              <a:rPr lang="en-US" altLang="ko-KR" dirty="0" err="1"/>
              <a:t>vue</a:t>
            </a:r>
            <a:r>
              <a:rPr lang="en-US" altLang="ko-KR" dirty="0"/>
              <a:t> create {frontend}</a:t>
            </a:r>
          </a:p>
          <a:p>
            <a:endParaRPr lang="en-US" altLang="ko-KR" dirty="0"/>
          </a:p>
          <a:p>
            <a:r>
              <a:rPr lang="en-US" altLang="ko-KR" dirty="0"/>
              <a:t>$ cd frontend</a:t>
            </a:r>
          </a:p>
          <a:p>
            <a:r>
              <a:rPr lang="en-US" altLang="ko-KR" dirty="0"/>
              <a:t>$ </a:t>
            </a:r>
            <a:r>
              <a:rPr lang="en-US" altLang="ko-KR" dirty="0" err="1"/>
              <a:t>npm</a:t>
            </a:r>
            <a:r>
              <a:rPr lang="en-US" altLang="ko-KR" dirty="0"/>
              <a:t> run serve</a:t>
            </a:r>
          </a:p>
          <a:p>
            <a:endParaRPr lang="en-US" altLang="ko-KR" dirty="0"/>
          </a:p>
          <a:p>
            <a:r>
              <a:rPr lang="en-US" altLang="ko-KR" dirty="0">
                <a:hlinkClick r:id="rId2"/>
              </a:rPr>
              <a:t>http://localhost:8080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npm</a:t>
            </a:r>
            <a:r>
              <a:rPr lang="en-US" altLang="ko-KR" dirty="0"/>
              <a:t> run build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898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82A63-8C57-65CA-40F5-792C7D37A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67300C-DBD4-85C5-C111-74583B302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8800" y="4492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1000" dirty="0"/>
              <a:t>Material Icon Theme</a:t>
            </a:r>
            <a:br>
              <a:rPr lang="en-US" altLang="ko-KR" sz="1000" dirty="0"/>
            </a:br>
            <a:r>
              <a:rPr lang="en-US" altLang="ko-KR" sz="1000" dirty="0"/>
              <a:t>: </a:t>
            </a:r>
            <a:r>
              <a:rPr lang="ko-KR" altLang="en-US" sz="1000" dirty="0"/>
              <a:t>파일 탐색기에서 파일 아이콘을 추가하여 보기 쉽게 만들어준다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 err="1"/>
              <a:t>ESLint</a:t>
            </a:r>
            <a:r>
              <a:rPr lang="en-US" altLang="ko-KR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: </a:t>
            </a:r>
            <a:r>
              <a:rPr lang="ko-KR" altLang="en-US" sz="1000" dirty="0"/>
              <a:t>코드 검사기로써 에러가 있는지 검사해주는 도구</a:t>
            </a:r>
            <a:endParaRPr lang="en-US" altLang="ko-KR" sz="1000" dirty="0"/>
          </a:p>
          <a:p>
            <a:r>
              <a:rPr lang="en-US" altLang="ko-KR" sz="1000" dirty="0"/>
              <a:t>Prettier</a:t>
            </a:r>
            <a:br>
              <a:rPr lang="en-US" altLang="ko-KR" sz="1000" dirty="0"/>
            </a:br>
            <a:r>
              <a:rPr lang="en-US" altLang="ko-KR" sz="1000" dirty="0"/>
              <a:t> : </a:t>
            </a:r>
            <a:r>
              <a:rPr lang="ko-KR" altLang="en-US" sz="1000" dirty="0"/>
              <a:t>코드 </a:t>
            </a:r>
            <a:r>
              <a:rPr lang="ko-KR" altLang="en-US" sz="1000" dirty="0" err="1"/>
              <a:t>포멧터로써</a:t>
            </a:r>
            <a:r>
              <a:rPr lang="ko-KR" altLang="en-US" sz="1000" dirty="0"/>
              <a:t> 코드를 </a:t>
            </a:r>
            <a:r>
              <a:rPr lang="ko-KR" altLang="en-US" sz="1000" dirty="0" err="1"/>
              <a:t>일관성있고</a:t>
            </a:r>
            <a:r>
              <a:rPr lang="ko-KR" altLang="en-US" sz="1000" dirty="0"/>
              <a:t> 예쁘게 작성할 수 있도록 도와주는 도구</a:t>
            </a:r>
            <a:endParaRPr lang="en-US" altLang="ko-KR" sz="1000" dirty="0"/>
          </a:p>
          <a:p>
            <a:r>
              <a:rPr lang="en-US" altLang="ko-KR" sz="1000" dirty="0"/>
              <a:t>Vue-Official</a:t>
            </a:r>
            <a:br>
              <a:rPr lang="en-US" altLang="ko-KR" sz="1000" dirty="0"/>
            </a:br>
            <a:r>
              <a:rPr lang="en-US" altLang="ko-KR" sz="1000" dirty="0"/>
              <a:t> : </a:t>
            </a:r>
            <a:r>
              <a:rPr lang="ko-KR" altLang="en-US" sz="1000" dirty="0"/>
              <a:t>언어지원 플러그인</a:t>
            </a:r>
            <a:endParaRPr lang="en-US" altLang="ko-KR" sz="1000" dirty="0"/>
          </a:p>
          <a:p>
            <a:r>
              <a:rPr lang="en-US" altLang="ko-KR" sz="1000" dirty="0"/>
              <a:t>Vue </a:t>
            </a:r>
            <a:r>
              <a:rPr lang="en-US" altLang="ko-KR" sz="1000" dirty="0" err="1"/>
              <a:t>VSCode</a:t>
            </a:r>
            <a:r>
              <a:rPr lang="en-US" altLang="ko-KR" sz="1000" dirty="0"/>
              <a:t> Snippets</a:t>
            </a:r>
          </a:p>
          <a:p>
            <a:r>
              <a:rPr lang="en-US" altLang="ko-KR" sz="1000" dirty="0"/>
              <a:t>CSS Peek</a:t>
            </a:r>
            <a:br>
              <a:rPr lang="en-US" altLang="ko-KR" sz="1000" dirty="0"/>
            </a:br>
            <a:r>
              <a:rPr lang="en-US" altLang="ko-KR" sz="1000" dirty="0"/>
              <a:t>: HTML </a:t>
            </a:r>
            <a:r>
              <a:rPr lang="ko-KR" altLang="en-US" sz="1000" dirty="0"/>
              <a:t>문서에서 정의된 </a:t>
            </a:r>
            <a:r>
              <a:rPr lang="en-US" altLang="ko-KR" sz="1000" dirty="0"/>
              <a:t>CSS</a:t>
            </a:r>
            <a:r>
              <a:rPr lang="ko-KR" altLang="en-US" sz="1000" dirty="0"/>
              <a:t>를 금방 찾을 수 있도록 </a:t>
            </a:r>
            <a:r>
              <a:rPr lang="ko-KR" altLang="en-US" sz="1000" dirty="0" err="1"/>
              <a:t>도와줌</a:t>
            </a:r>
            <a:r>
              <a:rPr lang="en-US" altLang="ko-KR" sz="1000" dirty="0"/>
              <a:t>. Ctrl + </a:t>
            </a:r>
            <a:r>
              <a:rPr lang="ko-KR" altLang="en-US" sz="1000" dirty="0"/>
              <a:t>클릭 하면 선언된 곳으로 이동함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92059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2DB09-F1A5-0E9C-EE6B-14ABB7F9A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Vue Router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5DABAA-E41B-E3AC-B623-601A614B5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$ </a:t>
            </a:r>
            <a:r>
              <a:rPr lang="en-US" altLang="ko-KR" dirty="0" err="1"/>
              <a:t>npm</a:t>
            </a:r>
            <a:r>
              <a:rPr lang="en-US" altLang="ko-KR" dirty="0"/>
              <a:t> install </a:t>
            </a:r>
            <a:r>
              <a:rPr lang="en-US" altLang="ko-KR" dirty="0" err="1"/>
              <a:t>vue</a:t>
            </a:r>
            <a:r>
              <a:rPr lang="en-US" altLang="ko-KR" dirty="0"/>
              <a:t>-router</a:t>
            </a:r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en-US" altLang="ko-KR" dirty="0" err="1"/>
              <a:t>RouterLink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RouterView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9618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DE72D-461E-4EAD-0CA8-F1F2F7D47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rojuer</a:t>
            </a:r>
            <a:r>
              <a:rPr lang="en-US" altLang="ko-KR" dirty="0"/>
              <a:t>/index.js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69492D-A957-EBB9-A547-077F581E1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>
            <a:noAutofit/>
          </a:bodyPr>
          <a:lstStyle/>
          <a:p>
            <a:pPr marL="0" indent="0">
              <a:buNone/>
            </a:pPr>
            <a:r>
              <a:rPr lang="en-US" altLang="ko-KR" sz="800" dirty="0"/>
              <a:t>/* </a:t>
            </a:r>
            <a:r>
              <a:rPr lang="en-US" altLang="ko-KR" sz="800" dirty="0" err="1"/>
              <a:t>eslint</a:t>
            </a:r>
            <a:r>
              <a:rPr lang="en-US" altLang="ko-KR" sz="800" dirty="0"/>
              <a:t>-disable no-unused-vars */</a:t>
            </a:r>
          </a:p>
          <a:p>
            <a:pPr marL="0" indent="0">
              <a:buNone/>
            </a:pPr>
            <a:r>
              <a:rPr lang="en-US" altLang="ko-KR" sz="800" dirty="0"/>
              <a:t>import { </a:t>
            </a:r>
            <a:r>
              <a:rPr lang="en-US" altLang="ko-KR" sz="800" dirty="0" err="1"/>
              <a:t>createRouter</a:t>
            </a:r>
            <a:r>
              <a:rPr lang="en-US" altLang="ko-KR" sz="800" dirty="0"/>
              <a:t>, </a:t>
            </a:r>
            <a:r>
              <a:rPr lang="en-US" altLang="ko-KR" sz="800" dirty="0" err="1"/>
              <a:t>createWebHistory</a:t>
            </a:r>
            <a:r>
              <a:rPr lang="en-US" altLang="ko-KR" sz="800" dirty="0"/>
              <a:t>, </a:t>
            </a:r>
            <a:r>
              <a:rPr lang="en-US" altLang="ko-KR" sz="800" dirty="0" err="1"/>
              <a:t>createMemoryHistory</a:t>
            </a:r>
            <a:r>
              <a:rPr lang="en-US" altLang="ko-KR" sz="800" dirty="0"/>
              <a:t>} from '</a:t>
            </a:r>
            <a:r>
              <a:rPr lang="en-US" altLang="ko-KR" sz="800" dirty="0" err="1"/>
              <a:t>vue</a:t>
            </a:r>
            <a:r>
              <a:rPr lang="en-US" altLang="ko-KR" sz="800" dirty="0"/>
              <a:t>-router'</a:t>
            </a:r>
          </a:p>
          <a:p>
            <a:pPr marL="0" indent="0">
              <a:buNone/>
            </a:pPr>
            <a:r>
              <a:rPr lang="en-US" altLang="ko-KR" sz="800" dirty="0"/>
              <a:t>import </a:t>
            </a:r>
            <a:r>
              <a:rPr lang="en-US" altLang="ko-KR" sz="800" dirty="0" err="1"/>
              <a:t>HomeView</a:t>
            </a:r>
            <a:r>
              <a:rPr lang="en-US" altLang="ko-KR" sz="800" dirty="0"/>
              <a:t> from '@/Views/</a:t>
            </a:r>
            <a:r>
              <a:rPr lang="en-US" altLang="ko-KR" sz="800" dirty="0" err="1"/>
              <a:t>HomeView.vue</a:t>
            </a:r>
            <a:r>
              <a:rPr lang="en-US" altLang="ko-KR" sz="800" dirty="0"/>
              <a:t>'</a:t>
            </a:r>
          </a:p>
          <a:p>
            <a:pPr marL="0" indent="0">
              <a:buNone/>
            </a:pPr>
            <a:r>
              <a:rPr lang="en-US" altLang="ko-KR" sz="800" dirty="0"/>
              <a:t>import </a:t>
            </a:r>
            <a:r>
              <a:rPr lang="en-US" altLang="ko-KR" sz="800" dirty="0" err="1"/>
              <a:t>MonitorView</a:t>
            </a:r>
            <a:r>
              <a:rPr lang="en-US" altLang="ko-KR" sz="800" dirty="0"/>
              <a:t> from '@/Views/</a:t>
            </a:r>
            <a:r>
              <a:rPr lang="en-US" altLang="ko-KR" sz="800" dirty="0" err="1"/>
              <a:t>MonitorView.vue</a:t>
            </a:r>
            <a:r>
              <a:rPr lang="en-US" altLang="ko-KR" sz="800" dirty="0"/>
              <a:t>'</a:t>
            </a:r>
          </a:p>
          <a:p>
            <a:pPr marL="0" indent="0">
              <a:buNone/>
            </a:pPr>
            <a:r>
              <a:rPr lang="en-US" altLang="ko-KR" sz="800" dirty="0"/>
              <a:t>import </a:t>
            </a:r>
            <a:r>
              <a:rPr lang="en-US" altLang="ko-KR" sz="800" dirty="0" err="1"/>
              <a:t>ControlView</a:t>
            </a:r>
            <a:r>
              <a:rPr lang="en-US" altLang="ko-KR" sz="800" dirty="0"/>
              <a:t> from '@/Views/</a:t>
            </a:r>
            <a:r>
              <a:rPr lang="en-US" altLang="ko-KR" sz="800" dirty="0" err="1"/>
              <a:t>ControlView.vue</a:t>
            </a:r>
            <a:r>
              <a:rPr lang="en-US" altLang="ko-KR" sz="800" dirty="0"/>
              <a:t>'</a:t>
            </a:r>
          </a:p>
          <a:p>
            <a:pPr marL="0" indent="0">
              <a:buNone/>
            </a:pPr>
            <a:r>
              <a:rPr lang="en-US" altLang="ko-KR" sz="800" dirty="0"/>
              <a:t>import </a:t>
            </a:r>
            <a:r>
              <a:rPr lang="en-US" altLang="ko-KR" sz="800" dirty="0" err="1"/>
              <a:t>AboutView</a:t>
            </a:r>
            <a:r>
              <a:rPr lang="en-US" altLang="ko-KR" sz="800" dirty="0"/>
              <a:t> from '@/Views/</a:t>
            </a:r>
            <a:r>
              <a:rPr lang="en-US" altLang="ko-KR" sz="800" dirty="0" err="1"/>
              <a:t>AboutView.vue</a:t>
            </a:r>
            <a:r>
              <a:rPr lang="en-US" altLang="ko-KR" sz="800" dirty="0"/>
              <a:t>'</a:t>
            </a:r>
          </a:p>
          <a:p>
            <a:pPr marL="0" indent="0">
              <a:buNone/>
            </a:pPr>
            <a:br>
              <a:rPr lang="en-US" altLang="ko-KR" sz="800" dirty="0"/>
            </a:br>
            <a:endParaRPr lang="en-US" altLang="ko-KR" sz="800" dirty="0"/>
          </a:p>
          <a:p>
            <a:pPr marL="0" indent="0">
              <a:buNone/>
            </a:pPr>
            <a:r>
              <a:rPr lang="en-US" altLang="ko-KR" sz="800" dirty="0"/>
              <a:t>const routes = [</a:t>
            </a:r>
          </a:p>
          <a:p>
            <a:pPr marL="0" indent="0">
              <a:buNone/>
            </a:pPr>
            <a:r>
              <a:rPr lang="en-US" altLang="ko-KR" sz="800" dirty="0"/>
              <a:t>    { path: '/home',  component: </a:t>
            </a:r>
            <a:r>
              <a:rPr lang="en-US" altLang="ko-KR" sz="800" dirty="0" err="1"/>
              <a:t>HomeView</a:t>
            </a:r>
            <a:r>
              <a:rPr lang="en-US" altLang="ko-KR" sz="800" dirty="0"/>
              <a:t> },</a:t>
            </a:r>
          </a:p>
          <a:p>
            <a:pPr marL="0" indent="0">
              <a:buNone/>
            </a:pPr>
            <a:r>
              <a:rPr lang="en-US" altLang="ko-KR" sz="800" dirty="0"/>
              <a:t>    { path: '/</a:t>
            </a:r>
            <a:r>
              <a:rPr lang="en-US" altLang="ko-KR" sz="800" dirty="0" err="1"/>
              <a:t>moniter</a:t>
            </a:r>
            <a:r>
              <a:rPr lang="en-US" altLang="ko-KR" sz="800" dirty="0"/>
              <a:t>',  component: </a:t>
            </a:r>
            <a:r>
              <a:rPr lang="en-US" altLang="ko-KR" sz="800" dirty="0" err="1"/>
              <a:t>MoniterView</a:t>
            </a:r>
            <a:r>
              <a:rPr lang="en-US" altLang="ko-KR" sz="800" dirty="0"/>
              <a:t> },</a:t>
            </a:r>
          </a:p>
          <a:p>
            <a:pPr marL="0" indent="0">
              <a:buNone/>
            </a:pPr>
            <a:r>
              <a:rPr lang="en-US" altLang="ko-KR" sz="800" dirty="0"/>
              <a:t>    { path: '/control',  component: </a:t>
            </a:r>
            <a:r>
              <a:rPr lang="en-US" altLang="ko-KR" sz="800" dirty="0" err="1"/>
              <a:t>ControlView</a:t>
            </a:r>
            <a:r>
              <a:rPr lang="en-US" altLang="ko-KR" sz="800" dirty="0"/>
              <a:t> },</a:t>
            </a:r>
          </a:p>
          <a:p>
            <a:pPr marL="0" indent="0">
              <a:buNone/>
            </a:pPr>
            <a:r>
              <a:rPr lang="en-US" altLang="ko-KR" sz="800" dirty="0"/>
              <a:t>    { path: '/about', component: </a:t>
            </a:r>
            <a:r>
              <a:rPr lang="en-US" altLang="ko-KR" sz="800" dirty="0" err="1"/>
              <a:t>AboutView</a:t>
            </a:r>
            <a:r>
              <a:rPr lang="en-US" altLang="ko-KR" sz="800" dirty="0"/>
              <a:t> },</a:t>
            </a:r>
          </a:p>
          <a:p>
            <a:pPr marL="0" indent="0">
              <a:buNone/>
            </a:pPr>
            <a:r>
              <a:rPr lang="en-US" altLang="ko-KR" sz="800" dirty="0"/>
              <a:t>];</a:t>
            </a:r>
          </a:p>
          <a:p>
            <a:pPr marL="0" indent="0">
              <a:buNone/>
            </a:pPr>
            <a:br>
              <a:rPr lang="en-US" altLang="ko-KR" sz="800" dirty="0"/>
            </a:br>
            <a:endParaRPr lang="en-US" altLang="ko-KR" sz="800" dirty="0"/>
          </a:p>
          <a:p>
            <a:pPr marL="0" indent="0">
              <a:buNone/>
            </a:pPr>
            <a:r>
              <a:rPr lang="en-US" altLang="ko-KR" sz="800" dirty="0"/>
              <a:t>const router = </a:t>
            </a:r>
            <a:r>
              <a:rPr lang="en-US" altLang="ko-KR" sz="800" dirty="0" err="1"/>
              <a:t>createRouter</a:t>
            </a:r>
            <a:r>
              <a:rPr lang="en-US" altLang="ko-KR" sz="800" dirty="0"/>
              <a:t>({</a:t>
            </a:r>
          </a:p>
          <a:p>
            <a:pPr marL="0" indent="0">
              <a:buNone/>
            </a:pPr>
            <a:r>
              <a:rPr lang="en-US" altLang="ko-KR" sz="800" dirty="0"/>
              <a:t>        history: </a:t>
            </a:r>
            <a:r>
              <a:rPr lang="en-US" altLang="ko-KR" sz="800" dirty="0" err="1"/>
              <a:t>createWebHistory</a:t>
            </a:r>
            <a:r>
              <a:rPr lang="en-US" altLang="ko-KR" sz="800" dirty="0"/>
              <a:t>('/'),</a:t>
            </a:r>
          </a:p>
          <a:p>
            <a:pPr marL="0" indent="0">
              <a:buNone/>
            </a:pPr>
            <a:r>
              <a:rPr lang="en-US" altLang="ko-KR" sz="800" dirty="0"/>
              <a:t>        //history: </a:t>
            </a:r>
            <a:r>
              <a:rPr lang="en-US" altLang="ko-KR" sz="800" dirty="0" err="1"/>
              <a:t>createMemoryHistory</a:t>
            </a:r>
            <a:r>
              <a:rPr lang="en-US" altLang="ko-KR" sz="800" dirty="0"/>
              <a:t>(),</a:t>
            </a:r>
          </a:p>
          <a:p>
            <a:pPr marL="0" indent="0">
              <a:buNone/>
            </a:pPr>
            <a:r>
              <a:rPr lang="en-US" altLang="ko-KR" sz="800" dirty="0"/>
              <a:t>        routes</a:t>
            </a:r>
          </a:p>
          <a:p>
            <a:pPr marL="0" indent="0">
              <a:buNone/>
            </a:pPr>
            <a:r>
              <a:rPr lang="en-US" altLang="ko-KR" sz="800" dirty="0"/>
              <a:t>    }</a:t>
            </a:r>
          </a:p>
          <a:p>
            <a:pPr marL="0" indent="0">
              <a:buNone/>
            </a:pPr>
            <a:r>
              <a:rPr lang="en-US" altLang="ko-KR" sz="800" dirty="0"/>
              <a:t>);</a:t>
            </a:r>
          </a:p>
          <a:p>
            <a:pPr marL="0" indent="0">
              <a:buNone/>
            </a:pPr>
            <a:br>
              <a:rPr lang="en-US" altLang="ko-KR" sz="800" dirty="0"/>
            </a:br>
            <a:endParaRPr lang="en-US" altLang="ko-KR" sz="800" dirty="0"/>
          </a:p>
          <a:p>
            <a:pPr marL="0" indent="0">
              <a:buNone/>
            </a:pPr>
            <a:r>
              <a:rPr lang="en-US" altLang="ko-KR" sz="800" dirty="0"/>
              <a:t>export default router;</a:t>
            </a:r>
          </a:p>
        </p:txBody>
      </p:sp>
    </p:spTree>
    <p:extLst>
      <p:ext uri="{BB962C8B-B14F-4D97-AF65-F5344CB8AC3E}">
        <p14:creationId xmlns:p14="http://schemas.microsoft.com/office/powerpoint/2010/main" val="3651663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579</TotalTime>
  <Words>255</Words>
  <Application>Microsoft Office PowerPoint</Application>
  <PresentationFormat>와이드스크린</PresentationFormat>
  <Paragraphs>46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테마</vt:lpstr>
      <vt:lpstr>개발환경 설치 매뉴얼</vt:lpstr>
      <vt:lpstr>PowerPoint 프레젠테이션</vt:lpstr>
      <vt:lpstr>PowerPoint 프레젠테이션</vt:lpstr>
      <vt:lpstr>Vue Router</vt:lpstr>
      <vt:lpstr>rojuer/index.js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10</cp:revision>
  <dcterms:created xsi:type="dcterms:W3CDTF">2025-09-02T04:36:13Z</dcterms:created>
  <dcterms:modified xsi:type="dcterms:W3CDTF">2025-09-06T12:14:54Z</dcterms:modified>
</cp:coreProperties>
</file>