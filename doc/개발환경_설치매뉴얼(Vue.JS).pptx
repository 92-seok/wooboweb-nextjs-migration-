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77" r:id="rId3"/>
    <p:sldId id="278" r:id="rId4"/>
    <p:sldId id="283" r:id="rId5"/>
    <p:sldId id="279" r:id="rId6"/>
    <p:sldId id="282" r:id="rId7"/>
    <p:sldId id="281" r:id="rId8"/>
  </p:sldIdLst>
  <p:sldSz cx="6858000" cy="12192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9F1CB718-1FA8-45BD-B6D2-8E4AC34A4A8F}">
          <p14:sldIdLst>
            <p14:sldId id="256"/>
            <p14:sldId id="277"/>
          </p14:sldIdLst>
        </p14:section>
        <p14:section name="제목 없는 구역" id="{53E5FD2C-994F-4CFF-8214-B8896DC0A73D}">
          <p14:sldIdLst>
            <p14:sldId id="278"/>
            <p14:sldId id="283"/>
            <p14:sldId id="279"/>
            <p14:sldId id="282"/>
            <p14:sldId id="28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40" autoAdjust="0"/>
    <p:restoredTop sz="94660"/>
  </p:normalViewPr>
  <p:slideViewPr>
    <p:cSldViewPr snapToGrid="0">
      <p:cViewPr>
        <p:scale>
          <a:sx n="150" d="100"/>
          <a:sy n="150" d="100"/>
        </p:scale>
        <p:origin x="150" y="91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995312"/>
            <a:ext cx="5829300" cy="4244622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6403623"/>
            <a:ext cx="5143500" cy="2943577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9EE32-49FD-4EA7-9011-353EB936649F}" type="datetimeFigureOut">
              <a:rPr lang="ko-KR" altLang="en-US" smtClean="0"/>
              <a:t>2025-09-07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399026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9EE32-49FD-4EA7-9011-353EB936649F}" type="datetimeFigureOut">
              <a:rPr lang="ko-KR" altLang="en-US" smtClean="0"/>
              <a:t>2025-09-07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271841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3039537"/>
            <a:ext cx="5915025" cy="5071532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8159048"/>
            <a:ext cx="5915025" cy="2666999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9EE32-49FD-4EA7-9011-353EB936649F}" type="datetimeFigureOut">
              <a:rPr lang="ko-KR" altLang="en-US" smtClean="0"/>
              <a:t>2025-09-07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154222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3245556"/>
            <a:ext cx="2914650" cy="7735712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3245556"/>
            <a:ext cx="2914650" cy="7735712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9EE32-49FD-4EA7-9011-353EB936649F}" type="datetimeFigureOut">
              <a:rPr lang="ko-KR" altLang="en-US" smtClean="0"/>
              <a:t>2025-09-07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873219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49114"/>
            <a:ext cx="5915025" cy="2356556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988734"/>
            <a:ext cx="2901255" cy="146473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4453467"/>
            <a:ext cx="2901255" cy="6550379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988734"/>
            <a:ext cx="2915543" cy="146473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4453467"/>
            <a:ext cx="2915543" cy="6550379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9EE32-49FD-4EA7-9011-353EB936649F}" type="datetimeFigureOut">
              <a:rPr lang="ko-KR" altLang="en-US" smtClean="0"/>
              <a:t>2025-09-07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136134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9EE32-49FD-4EA7-9011-353EB936649F}" type="datetimeFigureOut">
              <a:rPr lang="ko-KR" altLang="en-US" smtClean="0"/>
              <a:t>2025-09-07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954037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9EE32-49FD-4EA7-9011-353EB936649F}" type="datetimeFigureOut">
              <a:rPr lang="ko-KR" altLang="en-US" smtClean="0"/>
              <a:t>2025-09-07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15456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812800"/>
            <a:ext cx="2211884" cy="28448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755425"/>
            <a:ext cx="3471863" cy="8664222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3657600"/>
            <a:ext cx="2211884" cy="6776156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9EE32-49FD-4EA7-9011-353EB936649F}" type="datetimeFigureOut">
              <a:rPr lang="ko-KR" altLang="en-US" smtClean="0"/>
              <a:t>2025-09-07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0977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812800"/>
            <a:ext cx="2211884" cy="28448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755425"/>
            <a:ext cx="3471863" cy="8664222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3657600"/>
            <a:ext cx="2211884" cy="6776156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9EE32-49FD-4EA7-9011-353EB936649F}" type="datetimeFigureOut">
              <a:rPr lang="ko-KR" altLang="en-US" smtClean="0"/>
              <a:t>2025-09-07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457506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9EE32-49FD-4EA7-9011-353EB936649F}" type="datetimeFigureOut">
              <a:rPr lang="ko-KR" altLang="en-US" smtClean="0"/>
              <a:t>2025-09-07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270528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649111"/>
            <a:ext cx="1478756" cy="10332156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649111"/>
            <a:ext cx="4350544" cy="10332156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9EE32-49FD-4EA7-9011-353EB936649F}" type="datetimeFigureOut">
              <a:rPr lang="ko-KR" altLang="en-US" smtClean="0"/>
              <a:t>2025-09-07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173655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649114"/>
            <a:ext cx="5915025" cy="23565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3245556"/>
            <a:ext cx="5915025" cy="77357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11300181"/>
            <a:ext cx="1543050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359EE32-49FD-4EA7-9011-353EB936649F}" type="datetimeFigureOut">
              <a:rPr lang="ko-KR" altLang="en-US" smtClean="0"/>
              <a:t>2025-09-07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11300181"/>
            <a:ext cx="2314575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11300181"/>
            <a:ext cx="1543050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4013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1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1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://localhost/" TargetMode="External"/><Relationship Id="rId2" Type="http://schemas.openxmlformats.org/officeDocument/2006/relationships/hyperlink" Target="http://localhost:8080/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6E6366C-8B87-E7B7-10F7-0A36AF6F129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개발환경 설치 매뉴얼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55572435-4746-0080-CEFA-668391B2F3A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/>
              <a:t>Vue.JS 3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523865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AAF3E13-B0A9-8540-EBA7-EDCB06A07F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Vue.JS 3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B79641-2C96-8954-D011-65625D68B0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설치</a:t>
            </a:r>
            <a:endParaRPr lang="en-US" altLang="ko-KR" dirty="0"/>
          </a:p>
          <a:p>
            <a:pPr lvl="1"/>
            <a:r>
              <a:rPr lang="en-US" altLang="ko-KR" dirty="0"/>
              <a:t>$ </a:t>
            </a:r>
            <a:r>
              <a:rPr lang="en-US" altLang="ko-KR" dirty="0" err="1"/>
              <a:t>npm</a:t>
            </a:r>
            <a:r>
              <a:rPr lang="en-US" altLang="ko-KR" dirty="0"/>
              <a:t> install –g @vue/cli</a:t>
            </a:r>
          </a:p>
          <a:p>
            <a:endParaRPr lang="en-US" altLang="ko-KR" dirty="0"/>
          </a:p>
          <a:p>
            <a:r>
              <a:rPr lang="ko-KR" altLang="en-US" dirty="0"/>
              <a:t>프로젝트 생성</a:t>
            </a:r>
            <a:endParaRPr lang="en-US" altLang="ko-KR" dirty="0"/>
          </a:p>
          <a:p>
            <a:pPr lvl="1"/>
            <a:r>
              <a:rPr lang="en-US" altLang="ko-KR" dirty="0"/>
              <a:t>$ </a:t>
            </a:r>
            <a:r>
              <a:rPr lang="en-US" altLang="ko-KR" dirty="0" err="1"/>
              <a:t>vue</a:t>
            </a:r>
            <a:r>
              <a:rPr lang="en-US" altLang="ko-KR" dirty="0"/>
              <a:t> create {frontend}</a:t>
            </a:r>
          </a:p>
          <a:p>
            <a:pPr lvl="1"/>
            <a:r>
              <a:rPr lang="en-US" altLang="ko-KR" dirty="0"/>
              <a:t>$ cd frontend</a:t>
            </a:r>
          </a:p>
          <a:p>
            <a:pPr lvl="1"/>
            <a:endParaRPr lang="en-US" altLang="ko-KR" dirty="0"/>
          </a:p>
          <a:p>
            <a:r>
              <a:rPr lang="ko-KR" altLang="en-US" dirty="0"/>
              <a:t>프로젝트 실행</a:t>
            </a:r>
            <a:endParaRPr lang="en-US" altLang="ko-KR" dirty="0"/>
          </a:p>
          <a:p>
            <a:pPr lvl="1"/>
            <a:r>
              <a:rPr lang="en-US" altLang="ko-KR" dirty="0"/>
              <a:t>$ </a:t>
            </a:r>
            <a:r>
              <a:rPr lang="en-US" altLang="ko-KR" dirty="0" err="1"/>
              <a:t>npm</a:t>
            </a:r>
            <a:r>
              <a:rPr lang="en-US" altLang="ko-KR" dirty="0"/>
              <a:t> run serve</a:t>
            </a:r>
          </a:p>
          <a:p>
            <a:endParaRPr lang="en-US" altLang="ko-KR" dirty="0"/>
          </a:p>
          <a:p>
            <a:r>
              <a:rPr lang="ko-KR" altLang="en-US" dirty="0"/>
              <a:t>프로젝트 접속</a:t>
            </a:r>
            <a:endParaRPr lang="en-US" altLang="ko-KR" dirty="0"/>
          </a:p>
          <a:p>
            <a:pPr lvl="1"/>
            <a:r>
              <a:rPr lang="en-US" altLang="ko-KR" dirty="0">
                <a:hlinkClick r:id="rId2"/>
              </a:rPr>
              <a:t>http://localhost:8080</a:t>
            </a:r>
            <a:endParaRPr lang="en-US" altLang="ko-KR" dirty="0"/>
          </a:p>
          <a:p>
            <a:pPr lvl="1"/>
            <a:r>
              <a:rPr lang="en-US" altLang="ko-KR" dirty="0">
                <a:hlinkClick r:id="rId3"/>
              </a:rPr>
              <a:t>http://localhost:80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r>
              <a:rPr lang="ko-KR" altLang="en-US" dirty="0"/>
              <a:t>프로젝트 배포</a:t>
            </a:r>
            <a:endParaRPr lang="en-US" altLang="ko-KR" dirty="0"/>
          </a:p>
          <a:p>
            <a:pPr lvl="1"/>
            <a:r>
              <a:rPr lang="en-US" altLang="ko-KR" dirty="0" err="1"/>
              <a:t>npm</a:t>
            </a:r>
            <a:r>
              <a:rPr lang="en-US" altLang="ko-KR" dirty="0"/>
              <a:t> run build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389876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C782A63-8C57-65CA-40F5-792C7D37A7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플러그인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767300C-DBD4-85C5-C111-74583B3026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1488" y="3508375"/>
            <a:ext cx="6273800" cy="4351338"/>
          </a:xfrm>
        </p:spPr>
        <p:txBody>
          <a:bodyPr>
            <a:normAutofit/>
          </a:bodyPr>
          <a:lstStyle/>
          <a:p>
            <a:r>
              <a:rPr lang="en-US" altLang="ko-KR" sz="1000" dirty="0"/>
              <a:t>Vue-Official</a:t>
            </a:r>
            <a:br>
              <a:rPr lang="en-US" altLang="ko-KR" sz="1000" dirty="0"/>
            </a:br>
            <a:r>
              <a:rPr lang="en-US" altLang="ko-KR" sz="1000" dirty="0"/>
              <a:t> : </a:t>
            </a:r>
            <a:r>
              <a:rPr lang="ko-KR" altLang="en-US" sz="1000" dirty="0"/>
              <a:t>언어지원 플러그인</a:t>
            </a:r>
            <a:endParaRPr lang="en-US" altLang="ko-KR" sz="1000" dirty="0"/>
          </a:p>
          <a:p>
            <a:r>
              <a:rPr lang="en-US" altLang="ko-KR" sz="1000" dirty="0"/>
              <a:t>Vue </a:t>
            </a:r>
            <a:r>
              <a:rPr lang="en-US" altLang="ko-KR" sz="1000" dirty="0" err="1"/>
              <a:t>VSCode</a:t>
            </a:r>
            <a:r>
              <a:rPr lang="en-US" altLang="ko-KR" sz="1000" dirty="0"/>
              <a:t> Snippets</a:t>
            </a:r>
            <a:br>
              <a:rPr lang="en-US" altLang="ko-KR" sz="1000" dirty="0"/>
            </a:br>
            <a:r>
              <a:rPr lang="en-US" altLang="ko-KR" sz="1000" dirty="0"/>
              <a:t>: Vue </a:t>
            </a:r>
            <a:r>
              <a:rPr lang="ko-KR" altLang="en-US" sz="1000" dirty="0"/>
              <a:t>코드 자동생성</a:t>
            </a:r>
            <a:endParaRPr lang="en-US" altLang="ko-KR" sz="1000" dirty="0"/>
          </a:p>
          <a:p>
            <a:r>
              <a:rPr lang="en-US" altLang="ko-KR" sz="1000" dirty="0"/>
              <a:t>Material Icon Theme</a:t>
            </a:r>
            <a:br>
              <a:rPr lang="en-US" altLang="ko-KR" sz="1000" dirty="0"/>
            </a:br>
            <a:r>
              <a:rPr lang="en-US" altLang="ko-KR" sz="1000" dirty="0"/>
              <a:t>: </a:t>
            </a:r>
            <a:r>
              <a:rPr lang="ko-KR" altLang="en-US" sz="1000" dirty="0"/>
              <a:t>파일 탐색기에서 파일 아이콘을 추가하여 보기 쉽게 만들어준다</a:t>
            </a:r>
            <a:r>
              <a:rPr lang="en-US" altLang="ko-KR" sz="1000" dirty="0"/>
              <a:t>.</a:t>
            </a:r>
          </a:p>
          <a:p>
            <a:r>
              <a:rPr lang="en-US" altLang="ko-KR" sz="1000" dirty="0" err="1"/>
              <a:t>ESLint</a:t>
            </a:r>
            <a:r>
              <a:rPr lang="en-US" altLang="ko-KR" sz="1000" dirty="0"/>
              <a:t> </a:t>
            </a:r>
            <a:br>
              <a:rPr lang="en-US" altLang="ko-KR" sz="1000" dirty="0"/>
            </a:br>
            <a:r>
              <a:rPr lang="en-US" altLang="ko-KR" sz="1000" dirty="0"/>
              <a:t>: </a:t>
            </a:r>
            <a:r>
              <a:rPr lang="ko-KR" altLang="en-US" sz="1000" dirty="0"/>
              <a:t>코드 검사기로써 에러가 있는지 검사해주는 도구</a:t>
            </a:r>
            <a:endParaRPr lang="en-US" altLang="ko-KR" sz="1000" dirty="0"/>
          </a:p>
          <a:p>
            <a:r>
              <a:rPr lang="en-US" altLang="ko-KR" sz="1000" dirty="0"/>
              <a:t>Prettier</a:t>
            </a:r>
            <a:br>
              <a:rPr lang="en-US" altLang="ko-KR" sz="1000" dirty="0"/>
            </a:br>
            <a:r>
              <a:rPr lang="en-US" altLang="ko-KR" sz="1000" dirty="0"/>
              <a:t> : </a:t>
            </a:r>
            <a:r>
              <a:rPr lang="ko-KR" altLang="en-US" sz="1000" dirty="0"/>
              <a:t>코드 </a:t>
            </a:r>
            <a:r>
              <a:rPr lang="ko-KR" altLang="en-US" sz="1000" dirty="0" err="1"/>
              <a:t>포멧터로써</a:t>
            </a:r>
            <a:r>
              <a:rPr lang="ko-KR" altLang="en-US" sz="1000" dirty="0"/>
              <a:t> 코드를 </a:t>
            </a:r>
            <a:r>
              <a:rPr lang="ko-KR" altLang="en-US" sz="1000" dirty="0" err="1"/>
              <a:t>일관성있고</a:t>
            </a:r>
            <a:r>
              <a:rPr lang="ko-KR" altLang="en-US" sz="1000" dirty="0"/>
              <a:t> 예쁘게 작성할 수 있도록 도와주는 도구</a:t>
            </a:r>
            <a:endParaRPr lang="en-US" altLang="ko-KR" sz="1000" dirty="0"/>
          </a:p>
          <a:p>
            <a:r>
              <a:rPr lang="en-US" altLang="ko-KR" sz="1000" dirty="0"/>
              <a:t>CSS Peek</a:t>
            </a:r>
            <a:br>
              <a:rPr lang="en-US" altLang="ko-KR" sz="1000" dirty="0"/>
            </a:br>
            <a:r>
              <a:rPr lang="en-US" altLang="ko-KR" sz="1000" dirty="0"/>
              <a:t>: HTML </a:t>
            </a:r>
            <a:r>
              <a:rPr lang="ko-KR" altLang="en-US" sz="1000" dirty="0"/>
              <a:t>문서에서 정의된 </a:t>
            </a:r>
            <a:r>
              <a:rPr lang="en-US" altLang="ko-KR" sz="1000" dirty="0"/>
              <a:t>CSS</a:t>
            </a:r>
            <a:r>
              <a:rPr lang="ko-KR" altLang="en-US" sz="1000" dirty="0"/>
              <a:t>를 금방 찾을 수 있도록 </a:t>
            </a:r>
            <a:r>
              <a:rPr lang="ko-KR" altLang="en-US" sz="1000" dirty="0" err="1"/>
              <a:t>도와줌</a:t>
            </a:r>
            <a:r>
              <a:rPr lang="en-US" altLang="ko-KR" sz="1000" dirty="0"/>
              <a:t>. Ctrl + </a:t>
            </a:r>
            <a:r>
              <a:rPr lang="ko-KR" altLang="en-US" sz="1000" dirty="0"/>
              <a:t>클릭 하면 선언된 곳으로 이동함</a:t>
            </a:r>
            <a:r>
              <a:rPr lang="en-US" altLang="ko-KR" sz="1000" dirty="0"/>
              <a:t>.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8920592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45D86C5-76D7-0D8F-0760-F24AF0B634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구동포트 설정</a:t>
            </a:r>
            <a:endParaRPr lang="en-US" altLang="ko-KR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B13174C-2860-3BEE-697F-07719080D8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ko-KR" dirty="0" err="1"/>
              <a:t>package.json</a:t>
            </a:r>
            <a:endParaRPr lang="fr-FR" altLang="ko-KR" dirty="0"/>
          </a:p>
          <a:p>
            <a:pPr marL="0" indent="0">
              <a:buNone/>
            </a:pPr>
            <a:r>
              <a:rPr lang="fr-FR" altLang="ko-KR" dirty="0"/>
              <a:t>{</a:t>
            </a:r>
          </a:p>
          <a:p>
            <a:pPr marL="0" indent="0">
              <a:buNone/>
            </a:pPr>
            <a:r>
              <a:rPr lang="fr-FR" altLang="ko-KR" dirty="0"/>
              <a:t>  "name": "frontend",</a:t>
            </a:r>
          </a:p>
          <a:p>
            <a:pPr marL="0" indent="0">
              <a:buNone/>
            </a:pPr>
            <a:r>
              <a:rPr lang="fr-FR" altLang="ko-KR" dirty="0"/>
              <a:t>  "version": "0.1.0",</a:t>
            </a:r>
          </a:p>
          <a:p>
            <a:pPr marL="0" indent="0">
              <a:buNone/>
            </a:pPr>
            <a:r>
              <a:rPr lang="fr-FR" altLang="ko-KR" dirty="0"/>
              <a:t>  "private": true,</a:t>
            </a:r>
          </a:p>
          <a:p>
            <a:pPr marL="0" indent="0">
              <a:buNone/>
            </a:pPr>
            <a:r>
              <a:rPr lang="fr-FR" altLang="ko-KR" dirty="0"/>
              <a:t>  "scripts": {</a:t>
            </a:r>
          </a:p>
          <a:p>
            <a:pPr marL="0" indent="0">
              <a:buNone/>
            </a:pPr>
            <a:r>
              <a:rPr lang="fr-FR" altLang="ko-KR" dirty="0"/>
              <a:t>    "serve": "vue-cli-service serve </a:t>
            </a:r>
            <a:r>
              <a:rPr lang="fr-FR" altLang="ko-KR" dirty="0">
                <a:solidFill>
                  <a:srgbClr val="FF0000"/>
                </a:solidFill>
              </a:rPr>
              <a:t>--port 80</a:t>
            </a:r>
            <a:r>
              <a:rPr lang="fr-FR" altLang="ko-KR" dirty="0"/>
              <a:t>",</a:t>
            </a:r>
          </a:p>
          <a:p>
            <a:pPr marL="0" indent="0">
              <a:buNone/>
            </a:pPr>
            <a:r>
              <a:rPr lang="fr-FR" altLang="ko-KR" dirty="0"/>
              <a:t>    "build": "vue-cli-service build",</a:t>
            </a:r>
          </a:p>
          <a:p>
            <a:pPr marL="0" indent="0">
              <a:buNone/>
            </a:pPr>
            <a:r>
              <a:rPr lang="fr-FR" altLang="ko-KR" dirty="0"/>
              <a:t>    "lint": "vue-cli-service lint"</a:t>
            </a:r>
          </a:p>
          <a:p>
            <a:pPr marL="0" indent="0">
              <a:buNone/>
            </a:pPr>
            <a:r>
              <a:rPr lang="fr-FR" altLang="ko-KR" dirty="0"/>
              <a:t>  },</a:t>
            </a:r>
          </a:p>
          <a:p>
            <a:pPr marL="0" indent="0">
              <a:buNone/>
            </a:pPr>
            <a:endParaRPr lang="fr-FR" altLang="ko-KR" dirty="0"/>
          </a:p>
        </p:txBody>
      </p:sp>
    </p:spTree>
    <p:extLst>
      <p:ext uri="{BB962C8B-B14F-4D97-AF65-F5344CB8AC3E}">
        <p14:creationId xmlns:p14="http://schemas.microsoft.com/office/powerpoint/2010/main" val="21930879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372DB09-F1A5-0E9C-EE6B-14ABB7F9AF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Vue Router</a:t>
            </a:r>
            <a:br>
              <a:rPr lang="en-US" altLang="ko-KR" dirty="0"/>
            </a:br>
            <a:r>
              <a:rPr lang="en-US" altLang="ko-KR" dirty="0"/>
              <a:t>(&gt;</a:t>
            </a:r>
            <a:r>
              <a:rPr lang="en-US" altLang="ko-KR" sz="3600" dirty="0"/>
              <a:t> </a:t>
            </a:r>
            <a:r>
              <a:rPr lang="en-US" altLang="ko-KR" sz="3600" dirty="0" err="1"/>
              <a:t>npm</a:t>
            </a:r>
            <a:r>
              <a:rPr lang="en-US" altLang="ko-KR" sz="3600" dirty="0"/>
              <a:t> install </a:t>
            </a:r>
            <a:r>
              <a:rPr lang="en-US" altLang="ko-KR" sz="3600" dirty="0" err="1"/>
              <a:t>vue</a:t>
            </a:r>
            <a:r>
              <a:rPr lang="en-US" altLang="ko-KR" sz="3600" dirty="0"/>
              <a:t>-router)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85DABAA-E41B-E3AC-B623-601A614B58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lnSpc>
                <a:spcPct val="50000"/>
              </a:lnSpc>
              <a:buNone/>
            </a:pPr>
            <a:endParaRPr lang="en-US" altLang="ko-KR" sz="1000" dirty="0"/>
          </a:p>
          <a:p>
            <a:pPr marL="0" indent="0">
              <a:lnSpc>
                <a:spcPct val="50000"/>
              </a:lnSpc>
              <a:buNone/>
            </a:pPr>
            <a:r>
              <a:rPr lang="en-US" altLang="ko-KR" sz="1000" dirty="0"/>
              <a:t>router/index.js</a:t>
            </a:r>
          </a:p>
          <a:p>
            <a:pPr marL="0" indent="0">
              <a:lnSpc>
                <a:spcPct val="50000"/>
              </a:lnSpc>
              <a:buNone/>
            </a:pPr>
            <a:r>
              <a:rPr lang="en-US" altLang="ko-KR" sz="1000" dirty="0"/>
              <a:t>{</a:t>
            </a:r>
          </a:p>
          <a:p>
            <a:pPr marL="342900" lvl="1" indent="0">
              <a:lnSpc>
                <a:spcPct val="50000"/>
              </a:lnSpc>
              <a:buNone/>
            </a:pPr>
            <a:r>
              <a:rPr lang="en-US" altLang="ko-KR" sz="1000" dirty="0"/>
              <a:t>/* </a:t>
            </a:r>
            <a:r>
              <a:rPr lang="en-US" altLang="ko-KR" sz="1000" dirty="0" err="1"/>
              <a:t>eslint</a:t>
            </a:r>
            <a:r>
              <a:rPr lang="en-US" altLang="ko-KR" sz="1000" dirty="0"/>
              <a:t>-disable no-unused-vars */</a:t>
            </a:r>
          </a:p>
          <a:p>
            <a:pPr marL="342900" lvl="1" indent="0">
              <a:lnSpc>
                <a:spcPct val="50000"/>
              </a:lnSpc>
              <a:buNone/>
            </a:pPr>
            <a:r>
              <a:rPr lang="en-US" altLang="ko-KR" sz="1000" dirty="0"/>
              <a:t>import { </a:t>
            </a:r>
            <a:r>
              <a:rPr lang="en-US" altLang="ko-KR" sz="1000" dirty="0" err="1"/>
              <a:t>createRouter</a:t>
            </a:r>
            <a:r>
              <a:rPr lang="en-US" altLang="ko-KR" sz="1000" dirty="0"/>
              <a:t>, </a:t>
            </a:r>
            <a:r>
              <a:rPr lang="en-US" altLang="ko-KR" sz="1000" dirty="0" err="1"/>
              <a:t>createWebHistory</a:t>
            </a:r>
            <a:r>
              <a:rPr lang="en-US" altLang="ko-KR" sz="1000" dirty="0"/>
              <a:t>, </a:t>
            </a:r>
            <a:r>
              <a:rPr lang="en-US" altLang="ko-KR" sz="1000" dirty="0" err="1"/>
              <a:t>createMemoryHistory</a:t>
            </a:r>
            <a:r>
              <a:rPr lang="en-US" altLang="ko-KR" sz="1000" dirty="0"/>
              <a:t>} from '</a:t>
            </a:r>
            <a:r>
              <a:rPr lang="en-US" altLang="ko-KR" sz="1000" dirty="0" err="1"/>
              <a:t>vue</a:t>
            </a:r>
            <a:r>
              <a:rPr lang="en-US" altLang="ko-KR" sz="1000" dirty="0"/>
              <a:t>-router'</a:t>
            </a:r>
          </a:p>
          <a:p>
            <a:pPr marL="342900" lvl="1" indent="0">
              <a:lnSpc>
                <a:spcPct val="50000"/>
              </a:lnSpc>
              <a:buNone/>
            </a:pPr>
            <a:r>
              <a:rPr lang="en-US" altLang="ko-KR" sz="1000" dirty="0"/>
              <a:t>import </a:t>
            </a:r>
            <a:r>
              <a:rPr lang="en-US" altLang="ko-KR" sz="1000" dirty="0" err="1"/>
              <a:t>HomeView</a:t>
            </a:r>
            <a:r>
              <a:rPr lang="en-US" altLang="ko-KR" sz="1000" dirty="0"/>
              <a:t> from '@/Views/</a:t>
            </a:r>
            <a:r>
              <a:rPr lang="en-US" altLang="ko-KR" sz="1000" dirty="0" err="1"/>
              <a:t>HomeView.vue</a:t>
            </a:r>
            <a:r>
              <a:rPr lang="en-US" altLang="ko-KR" sz="1000" dirty="0"/>
              <a:t>'</a:t>
            </a:r>
          </a:p>
          <a:p>
            <a:pPr marL="342900" lvl="1" indent="0">
              <a:lnSpc>
                <a:spcPct val="50000"/>
              </a:lnSpc>
              <a:buNone/>
            </a:pPr>
            <a:r>
              <a:rPr lang="en-US" altLang="ko-KR" sz="1000" dirty="0"/>
              <a:t>import </a:t>
            </a:r>
            <a:r>
              <a:rPr lang="en-US" altLang="ko-KR" sz="1000" dirty="0" err="1"/>
              <a:t>AboutView</a:t>
            </a:r>
            <a:r>
              <a:rPr lang="en-US" altLang="ko-KR" sz="1000" dirty="0"/>
              <a:t> from '@/Views/</a:t>
            </a:r>
            <a:r>
              <a:rPr lang="en-US" altLang="ko-KR" sz="1000" dirty="0" err="1"/>
              <a:t>AboutView.vue</a:t>
            </a:r>
            <a:r>
              <a:rPr lang="en-US" altLang="ko-KR" sz="1000" dirty="0"/>
              <a:t>'</a:t>
            </a:r>
          </a:p>
          <a:p>
            <a:pPr marL="342900" lvl="1" indent="0">
              <a:lnSpc>
                <a:spcPct val="50000"/>
              </a:lnSpc>
              <a:buNone/>
            </a:pPr>
            <a:br>
              <a:rPr lang="en-US" altLang="ko-KR" sz="1000" dirty="0"/>
            </a:br>
            <a:r>
              <a:rPr lang="en-US" altLang="ko-KR" sz="1000" dirty="0"/>
              <a:t>const routes = [</a:t>
            </a:r>
          </a:p>
          <a:p>
            <a:pPr marL="342900" lvl="1" indent="0">
              <a:lnSpc>
                <a:spcPct val="50000"/>
              </a:lnSpc>
              <a:buNone/>
            </a:pPr>
            <a:r>
              <a:rPr lang="en-US" altLang="ko-KR" sz="1000" dirty="0"/>
              <a:t>    { path: '</a:t>
            </a:r>
            <a:r>
              <a:rPr lang="en-US" altLang="ko-KR" sz="1000" dirty="0">
                <a:solidFill>
                  <a:srgbClr val="FF0000"/>
                </a:solidFill>
              </a:rPr>
              <a:t>/</a:t>
            </a:r>
            <a:r>
              <a:rPr lang="en-US" altLang="ko-KR" sz="1000" dirty="0"/>
              <a:t>',  component: </a:t>
            </a:r>
            <a:r>
              <a:rPr lang="en-US" altLang="ko-KR" sz="1000" dirty="0" err="1">
                <a:solidFill>
                  <a:srgbClr val="0070C0"/>
                </a:solidFill>
              </a:rPr>
              <a:t>HomeView</a:t>
            </a:r>
            <a:r>
              <a:rPr lang="en-US" altLang="ko-KR" sz="1000" dirty="0"/>
              <a:t> },</a:t>
            </a:r>
          </a:p>
          <a:p>
            <a:pPr marL="342900" lvl="1" indent="0">
              <a:lnSpc>
                <a:spcPct val="50000"/>
              </a:lnSpc>
              <a:buNone/>
            </a:pPr>
            <a:r>
              <a:rPr lang="en-US" altLang="ko-KR" sz="1000" dirty="0"/>
              <a:t>    { path: '</a:t>
            </a:r>
            <a:r>
              <a:rPr lang="en-US" altLang="ko-KR" sz="1000" dirty="0">
                <a:solidFill>
                  <a:srgbClr val="FF0000"/>
                </a:solidFill>
              </a:rPr>
              <a:t>/home</a:t>
            </a:r>
            <a:r>
              <a:rPr lang="en-US" altLang="ko-KR" sz="1000" dirty="0"/>
              <a:t>',  component: </a:t>
            </a:r>
            <a:r>
              <a:rPr lang="en-US" altLang="ko-KR" sz="1000" dirty="0" err="1">
                <a:solidFill>
                  <a:srgbClr val="0070C0"/>
                </a:solidFill>
              </a:rPr>
              <a:t>HomeView</a:t>
            </a:r>
            <a:r>
              <a:rPr lang="en-US" altLang="ko-KR" sz="1000" dirty="0"/>
              <a:t> },</a:t>
            </a:r>
          </a:p>
          <a:p>
            <a:pPr marL="342900" lvl="1" indent="0">
              <a:lnSpc>
                <a:spcPct val="50000"/>
              </a:lnSpc>
              <a:buNone/>
            </a:pPr>
            <a:r>
              <a:rPr lang="en-US" altLang="ko-KR" sz="1000" dirty="0"/>
              <a:t>    { path: '</a:t>
            </a:r>
            <a:r>
              <a:rPr lang="en-US" altLang="ko-KR" sz="1000" dirty="0">
                <a:solidFill>
                  <a:srgbClr val="FF0000"/>
                </a:solidFill>
              </a:rPr>
              <a:t>/about</a:t>
            </a:r>
            <a:r>
              <a:rPr lang="en-US" altLang="ko-KR" sz="1000" dirty="0"/>
              <a:t>', component: </a:t>
            </a:r>
            <a:r>
              <a:rPr lang="en-US" altLang="ko-KR" sz="1000" dirty="0" err="1">
                <a:solidFill>
                  <a:srgbClr val="0070C0"/>
                </a:solidFill>
              </a:rPr>
              <a:t>AboutView</a:t>
            </a:r>
            <a:r>
              <a:rPr lang="en-US" altLang="ko-KR" sz="1000" dirty="0"/>
              <a:t> },</a:t>
            </a:r>
          </a:p>
          <a:p>
            <a:pPr marL="342900" lvl="1" indent="0">
              <a:lnSpc>
                <a:spcPct val="50000"/>
              </a:lnSpc>
              <a:buNone/>
            </a:pPr>
            <a:r>
              <a:rPr lang="en-US" altLang="ko-KR" sz="1000" dirty="0"/>
              <a:t>];</a:t>
            </a:r>
          </a:p>
          <a:p>
            <a:pPr marL="342900" lvl="1" indent="0">
              <a:lnSpc>
                <a:spcPct val="50000"/>
              </a:lnSpc>
              <a:buNone/>
            </a:pPr>
            <a:br>
              <a:rPr lang="en-US" altLang="ko-KR" sz="1000" dirty="0"/>
            </a:br>
            <a:r>
              <a:rPr lang="en-US" altLang="ko-KR" sz="1000" dirty="0"/>
              <a:t>const router = </a:t>
            </a:r>
            <a:r>
              <a:rPr lang="en-US" altLang="ko-KR" sz="1000" dirty="0" err="1"/>
              <a:t>createRouter</a:t>
            </a:r>
            <a:r>
              <a:rPr lang="en-US" altLang="ko-KR" sz="1000" dirty="0"/>
              <a:t>({</a:t>
            </a:r>
          </a:p>
          <a:p>
            <a:pPr marL="342900" lvl="1" indent="0">
              <a:lnSpc>
                <a:spcPct val="50000"/>
              </a:lnSpc>
              <a:buNone/>
            </a:pPr>
            <a:r>
              <a:rPr lang="en-US" altLang="ko-KR" sz="1000" dirty="0"/>
              <a:t>        history: </a:t>
            </a:r>
            <a:r>
              <a:rPr lang="en-US" altLang="ko-KR" sz="1000" dirty="0" err="1"/>
              <a:t>createWebHistory</a:t>
            </a:r>
            <a:r>
              <a:rPr lang="en-US" altLang="ko-KR" sz="1000" dirty="0"/>
              <a:t>('/'),</a:t>
            </a:r>
          </a:p>
          <a:p>
            <a:pPr marL="342900" lvl="1" indent="0">
              <a:lnSpc>
                <a:spcPct val="50000"/>
              </a:lnSpc>
              <a:buNone/>
            </a:pPr>
            <a:r>
              <a:rPr lang="en-US" altLang="ko-KR" sz="1000" dirty="0"/>
              <a:t>        //history: </a:t>
            </a:r>
            <a:r>
              <a:rPr lang="en-US" altLang="ko-KR" sz="1000" dirty="0" err="1"/>
              <a:t>createMemoryHistory</a:t>
            </a:r>
            <a:r>
              <a:rPr lang="en-US" altLang="ko-KR" sz="1000" dirty="0"/>
              <a:t>(),</a:t>
            </a:r>
          </a:p>
          <a:p>
            <a:pPr marL="342900" lvl="1" indent="0">
              <a:lnSpc>
                <a:spcPct val="50000"/>
              </a:lnSpc>
              <a:buNone/>
            </a:pPr>
            <a:r>
              <a:rPr lang="en-US" altLang="ko-KR" sz="1000" dirty="0"/>
              <a:t>        routes,</a:t>
            </a:r>
          </a:p>
          <a:p>
            <a:pPr marL="342900" lvl="1" indent="0">
              <a:lnSpc>
                <a:spcPct val="50000"/>
              </a:lnSpc>
              <a:buNone/>
            </a:pPr>
            <a:r>
              <a:rPr lang="en-US" altLang="ko-KR" sz="1000" dirty="0"/>
              <a:t>    });</a:t>
            </a:r>
          </a:p>
          <a:p>
            <a:pPr marL="342900" lvl="1" indent="0">
              <a:lnSpc>
                <a:spcPct val="50000"/>
              </a:lnSpc>
              <a:buNone/>
            </a:pPr>
            <a:endParaRPr lang="en-US" altLang="ko-KR" sz="1000" dirty="0"/>
          </a:p>
          <a:p>
            <a:pPr marL="342900" lvl="1" indent="0">
              <a:lnSpc>
                <a:spcPct val="50000"/>
              </a:lnSpc>
              <a:buNone/>
            </a:pPr>
            <a:r>
              <a:rPr lang="en-US" altLang="ko-KR" sz="1000" dirty="0"/>
              <a:t>export default router;</a:t>
            </a:r>
          </a:p>
          <a:p>
            <a:pPr marL="0" indent="0">
              <a:lnSpc>
                <a:spcPct val="50000"/>
              </a:lnSpc>
              <a:buNone/>
            </a:pPr>
            <a:r>
              <a:rPr lang="en-US" altLang="ko-KR" sz="1000" dirty="0"/>
              <a:t>}</a:t>
            </a:r>
          </a:p>
          <a:p>
            <a:pPr marL="0" indent="0">
              <a:lnSpc>
                <a:spcPct val="50000"/>
              </a:lnSpc>
              <a:buNone/>
            </a:pPr>
            <a:endParaRPr lang="en-US" altLang="ko-KR" sz="1000" dirty="0"/>
          </a:p>
          <a:p>
            <a:pPr marL="0" indent="0">
              <a:lnSpc>
                <a:spcPct val="50000"/>
              </a:lnSpc>
              <a:buNone/>
            </a:pPr>
            <a:r>
              <a:rPr lang="en-US" altLang="ko-KR" sz="1000" dirty="0" err="1"/>
              <a:t>App.vue</a:t>
            </a:r>
            <a:endParaRPr lang="en-US" altLang="ko-KR" sz="1000" dirty="0"/>
          </a:p>
          <a:p>
            <a:pPr marL="0" indent="0">
              <a:lnSpc>
                <a:spcPct val="50000"/>
              </a:lnSpc>
              <a:buNone/>
            </a:pPr>
            <a:r>
              <a:rPr lang="en-US" altLang="ko-KR" sz="1000" dirty="0"/>
              <a:t>{</a:t>
            </a:r>
          </a:p>
          <a:p>
            <a:pPr marL="342900" lvl="1" indent="0">
              <a:lnSpc>
                <a:spcPct val="50000"/>
              </a:lnSpc>
              <a:buNone/>
            </a:pPr>
            <a:r>
              <a:rPr lang="en-US" altLang="ko-KR" sz="1000" dirty="0"/>
              <a:t>&lt;template&gt;</a:t>
            </a:r>
          </a:p>
          <a:p>
            <a:pPr marL="342900" lvl="1" indent="0">
              <a:lnSpc>
                <a:spcPct val="50000"/>
              </a:lnSpc>
              <a:buNone/>
            </a:pPr>
            <a:r>
              <a:rPr lang="en-US" altLang="ko-KR" sz="1000" dirty="0"/>
              <a:t>  &lt;p&gt; </a:t>
            </a:r>
            <a:r>
              <a:rPr lang="en-US" altLang="ko-KR" sz="1000" dirty="0">
                <a:solidFill>
                  <a:srgbClr val="0070C0"/>
                </a:solidFill>
              </a:rPr>
              <a:t>{{ $</a:t>
            </a:r>
            <a:r>
              <a:rPr lang="en-US" altLang="ko-KR" sz="1000" dirty="0" err="1">
                <a:solidFill>
                  <a:srgbClr val="0070C0"/>
                </a:solidFill>
              </a:rPr>
              <a:t>route.fullPath</a:t>
            </a:r>
            <a:r>
              <a:rPr lang="en-US" altLang="ko-KR" sz="1000" dirty="0">
                <a:solidFill>
                  <a:srgbClr val="0070C0"/>
                </a:solidFill>
              </a:rPr>
              <a:t> }}</a:t>
            </a:r>
            <a:r>
              <a:rPr lang="en-US" altLang="ko-KR" sz="1000" dirty="0"/>
              <a:t>&lt;/p&gt;  </a:t>
            </a:r>
          </a:p>
          <a:p>
            <a:pPr marL="342900" lvl="1" indent="0">
              <a:lnSpc>
                <a:spcPct val="50000"/>
              </a:lnSpc>
              <a:buNone/>
            </a:pPr>
            <a:r>
              <a:rPr lang="en-US" altLang="ko-KR" sz="1000" dirty="0"/>
              <a:t>    &lt;</a:t>
            </a:r>
            <a:r>
              <a:rPr lang="en-US" altLang="ko-KR" sz="1000" dirty="0" err="1">
                <a:solidFill>
                  <a:srgbClr val="FF0000"/>
                </a:solidFill>
              </a:rPr>
              <a:t>RouterLink</a:t>
            </a:r>
            <a:r>
              <a:rPr lang="en-US" altLang="ko-KR" sz="1000" dirty="0"/>
              <a:t> to=‘/’&gt;Home&lt;/</a:t>
            </a:r>
            <a:r>
              <a:rPr lang="en-US" altLang="ko-KR" sz="1000" dirty="0" err="1">
                <a:solidFill>
                  <a:srgbClr val="FF0000"/>
                </a:solidFill>
              </a:rPr>
              <a:t>RouterLink</a:t>
            </a:r>
            <a:r>
              <a:rPr lang="en-US" altLang="ko-KR" sz="1000" dirty="0"/>
              <a:t>&gt;</a:t>
            </a:r>
          </a:p>
          <a:p>
            <a:pPr marL="342900" lvl="1" indent="0">
              <a:lnSpc>
                <a:spcPct val="50000"/>
              </a:lnSpc>
              <a:buNone/>
            </a:pPr>
            <a:r>
              <a:rPr lang="en-US" altLang="ko-KR" sz="1000" dirty="0"/>
              <a:t>    &lt;</a:t>
            </a:r>
            <a:r>
              <a:rPr lang="en-US" altLang="ko-KR" sz="1000" dirty="0" err="1">
                <a:solidFill>
                  <a:srgbClr val="FF0000"/>
                </a:solidFill>
              </a:rPr>
              <a:t>RouterLink</a:t>
            </a:r>
            <a:r>
              <a:rPr lang="en-US" altLang="ko-KR" sz="1000" dirty="0"/>
              <a:t> to=‘/about’&gt;About&lt;/</a:t>
            </a:r>
            <a:r>
              <a:rPr lang="en-US" altLang="ko-KR" sz="1000" dirty="0" err="1">
                <a:solidFill>
                  <a:srgbClr val="FF0000"/>
                </a:solidFill>
              </a:rPr>
              <a:t>RouterLink</a:t>
            </a:r>
            <a:r>
              <a:rPr lang="en-US" altLang="ko-KR" sz="1000" dirty="0"/>
              <a:t>&gt;</a:t>
            </a:r>
          </a:p>
          <a:p>
            <a:pPr marL="342900" lvl="1" indent="0">
              <a:lnSpc>
                <a:spcPct val="50000"/>
              </a:lnSpc>
              <a:buNone/>
            </a:pPr>
            <a:r>
              <a:rPr lang="it-IT" altLang="ko-KR" sz="1000" dirty="0">
                <a:solidFill>
                  <a:schemeClr val="accent5"/>
                </a:solidFill>
              </a:rPr>
              <a:t>    &lt;button @click="this.$router.push('control')"&gt;sd&lt;/button&gt;</a:t>
            </a:r>
            <a:endParaRPr lang="en-US" altLang="ko-KR" sz="1000" dirty="0">
              <a:solidFill>
                <a:schemeClr val="accent5"/>
              </a:solidFill>
            </a:endParaRPr>
          </a:p>
          <a:p>
            <a:pPr marL="342900" lvl="1" indent="0">
              <a:lnSpc>
                <a:spcPct val="50000"/>
              </a:lnSpc>
              <a:buNone/>
            </a:pPr>
            <a:r>
              <a:rPr lang="en-US" altLang="ko-KR" sz="1000" dirty="0">
                <a:solidFill>
                  <a:srgbClr val="00B050"/>
                </a:solidFill>
              </a:rPr>
              <a:t>    &lt;button</a:t>
            </a:r>
            <a:r>
              <a:rPr lang="ko-KR" altLang="en-US" sz="1000" dirty="0">
                <a:solidFill>
                  <a:srgbClr val="00B050"/>
                </a:solidFill>
              </a:rPr>
              <a:t> </a:t>
            </a:r>
            <a:r>
              <a:rPr lang="en-US" altLang="ko-KR" sz="1000" dirty="0">
                <a:solidFill>
                  <a:srgbClr val="00B050"/>
                </a:solidFill>
              </a:rPr>
              <a:t>@click=“GoMenu(‘/home’)”&gt;</a:t>
            </a:r>
          </a:p>
          <a:p>
            <a:pPr marL="342900" lvl="1" indent="0">
              <a:lnSpc>
                <a:spcPct val="50000"/>
              </a:lnSpc>
              <a:buNone/>
            </a:pPr>
            <a:r>
              <a:rPr lang="en-US" altLang="ko-KR" sz="1000" dirty="0"/>
              <a:t>  &lt;</a:t>
            </a:r>
            <a:r>
              <a:rPr lang="en-US" altLang="ko-KR" sz="1000" dirty="0" err="1">
                <a:solidFill>
                  <a:srgbClr val="FF0000"/>
                </a:solidFill>
              </a:rPr>
              <a:t>RouterView</a:t>
            </a:r>
            <a:r>
              <a:rPr lang="en-US" altLang="ko-KR" sz="1000" dirty="0"/>
              <a:t> /&gt;</a:t>
            </a:r>
          </a:p>
          <a:p>
            <a:pPr marL="342900" lvl="1" indent="0">
              <a:lnSpc>
                <a:spcPct val="50000"/>
              </a:lnSpc>
              <a:buNone/>
            </a:pPr>
            <a:r>
              <a:rPr lang="en-US" altLang="ko-KR" sz="1000" dirty="0"/>
              <a:t>&lt;/template&gt;</a:t>
            </a:r>
          </a:p>
          <a:p>
            <a:pPr marL="342900" lvl="1" indent="0">
              <a:lnSpc>
                <a:spcPct val="50000"/>
              </a:lnSpc>
              <a:buNone/>
            </a:pPr>
            <a:endParaRPr lang="en-US" altLang="ko-KR" sz="1000" dirty="0"/>
          </a:p>
          <a:p>
            <a:pPr marL="342900" lvl="1" indent="0">
              <a:lnSpc>
                <a:spcPct val="50000"/>
              </a:lnSpc>
              <a:buNone/>
            </a:pPr>
            <a:r>
              <a:rPr lang="en-US" altLang="ko-KR" sz="1000" dirty="0">
                <a:solidFill>
                  <a:srgbClr val="00B050"/>
                </a:solidFill>
              </a:rPr>
              <a:t>&lt;script&gt;</a:t>
            </a:r>
          </a:p>
          <a:p>
            <a:pPr marL="342900" lvl="1" indent="0">
              <a:lnSpc>
                <a:spcPct val="50000"/>
              </a:lnSpc>
              <a:buNone/>
            </a:pPr>
            <a:r>
              <a:rPr lang="en-US" altLang="ko-KR" sz="1000" dirty="0">
                <a:solidFill>
                  <a:srgbClr val="00B050"/>
                </a:solidFill>
              </a:rPr>
              <a:t>export default</a:t>
            </a:r>
          </a:p>
          <a:p>
            <a:pPr marL="342900" lvl="1" indent="0">
              <a:lnSpc>
                <a:spcPct val="50000"/>
              </a:lnSpc>
              <a:buNone/>
            </a:pPr>
            <a:r>
              <a:rPr lang="en-US" altLang="ko-KR" sz="1000" dirty="0">
                <a:solidFill>
                  <a:srgbClr val="00B050"/>
                </a:solidFill>
              </a:rPr>
              <a:t>{</a:t>
            </a:r>
          </a:p>
          <a:p>
            <a:pPr marL="342900" lvl="1" indent="0">
              <a:lnSpc>
                <a:spcPct val="50000"/>
              </a:lnSpc>
              <a:buNone/>
            </a:pPr>
            <a:r>
              <a:rPr lang="en-US" altLang="ko-KR" sz="1000" dirty="0">
                <a:solidFill>
                  <a:srgbClr val="00B050"/>
                </a:solidFill>
              </a:rPr>
              <a:t>	methods: {</a:t>
            </a:r>
          </a:p>
          <a:p>
            <a:pPr marL="342900" lvl="1" indent="0">
              <a:lnSpc>
                <a:spcPct val="50000"/>
              </a:lnSpc>
              <a:buNone/>
            </a:pPr>
            <a:r>
              <a:rPr lang="en-US" altLang="ko-KR" sz="1000" dirty="0">
                <a:solidFill>
                  <a:srgbClr val="00B050"/>
                </a:solidFill>
              </a:rPr>
              <a:t>	    </a:t>
            </a:r>
            <a:r>
              <a:rPr lang="en-US" altLang="ko-KR" sz="1000" dirty="0" err="1">
                <a:solidFill>
                  <a:srgbClr val="00B050"/>
                </a:solidFill>
              </a:rPr>
              <a:t>GoMenu</a:t>
            </a:r>
            <a:r>
              <a:rPr lang="en-US" altLang="ko-KR" sz="1000" dirty="0">
                <a:solidFill>
                  <a:srgbClr val="00B050"/>
                </a:solidFill>
              </a:rPr>
              <a:t>(path)</a:t>
            </a:r>
          </a:p>
          <a:p>
            <a:pPr marL="342900" lvl="1" indent="0">
              <a:lnSpc>
                <a:spcPct val="50000"/>
              </a:lnSpc>
              <a:buNone/>
            </a:pPr>
            <a:r>
              <a:rPr lang="en-US" altLang="ko-KR" sz="1000" dirty="0">
                <a:solidFill>
                  <a:srgbClr val="00B050"/>
                </a:solidFill>
              </a:rPr>
              <a:t>	    {</a:t>
            </a:r>
          </a:p>
          <a:p>
            <a:pPr marL="342900" lvl="1" indent="0">
              <a:lnSpc>
                <a:spcPct val="50000"/>
              </a:lnSpc>
              <a:buNone/>
            </a:pPr>
            <a:r>
              <a:rPr lang="en-US" altLang="ko-KR" sz="1000" dirty="0">
                <a:solidFill>
                  <a:srgbClr val="00B050"/>
                </a:solidFill>
              </a:rPr>
              <a:t>	        this.$</a:t>
            </a:r>
            <a:r>
              <a:rPr lang="en-US" altLang="ko-KR" sz="1000" dirty="0" err="1">
                <a:solidFill>
                  <a:srgbClr val="00B050"/>
                </a:solidFill>
              </a:rPr>
              <a:t>router.push</a:t>
            </a:r>
            <a:r>
              <a:rPr lang="en-US" altLang="ko-KR" sz="1000" dirty="0">
                <a:solidFill>
                  <a:srgbClr val="00B050"/>
                </a:solidFill>
              </a:rPr>
              <a:t>(path);</a:t>
            </a:r>
          </a:p>
          <a:p>
            <a:pPr marL="342900" lvl="1" indent="0">
              <a:lnSpc>
                <a:spcPct val="50000"/>
              </a:lnSpc>
              <a:buNone/>
            </a:pPr>
            <a:r>
              <a:rPr lang="en-US" altLang="ko-KR" sz="1000" dirty="0">
                <a:solidFill>
                  <a:srgbClr val="00B050"/>
                </a:solidFill>
              </a:rPr>
              <a:t>	    }</a:t>
            </a:r>
          </a:p>
          <a:p>
            <a:pPr marL="342900" lvl="1" indent="0">
              <a:lnSpc>
                <a:spcPct val="50000"/>
              </a:lnSpc>
              <a:buNone/>
            </a:pPr>
            <a:r>
              <a:rPr lang="en-US" altLang="ko-KR" sz="1000" dirty="0">
                <a:solidFill>
                  <a:srgbClr val="00B050"/>
                </a:solidFill>
              </a:rPr>
              <a:t>	}</a:t>
            </a:r>
          </a:p>
          <a:p>
            <a:pPr marL="342900" lvl="1" indent="0">
              <a:lnSpc>
                <a:spcPct val="50000"/>
              </a:lnSpc>
              <a:buNone/>
            </a:pPr>
            <a:r>
              <a:rPr lang="en-US" altLang="ko-KR" sz="1000" dirty="0">
                <a:solidFill>
                  <a:srgbClr val="00B050"/>
                </a:solidFill>
              </a:rPr>
              <a:t>}</a:t>
            </a:r>
          </a:p>
          <a:p>
            <a:pPr marL="342900" lvl="1" indent="0">
              <a:lnSpc>
                <a:spcPct val="50000"/>
              </a:lnSpc>
              <a:buNone/>
            </a:pPr>
            <a:r>
              <a:rPr lang="en-US" altLang="ko-KR" sz="1000" dirty="0">
                <a:solidFill>
                  <a:srgbClr val="00B050"/>
                </a:solidFill>
              </a:rPr>
              <a:t>&lt;/script&gt;</a:t>
            </a:r>
          </a:p>
          <a:p>
            <a:pPr marL="0" indent="0">
              <a:lnSpc>
                <a:spcPct val="50000"/>
              </a:lnSpc>
              <a:buNone/>
            </a:pPr>
            <a:r>
              <a:rPr lang="en-US" altLang="ko-KR" sz="1000" dirty="0"/>
              <a:t>}</a:t>
            </a:r>
          </a:p>
          <a:p>
            <a:pPr marL="0" indent="0">
              <a:lnSpc>
                <a:spcPct val="50000"/>
              </a:lnSpc>
              <a:buNone/>
            </a:pPr>
            <a:endParaRPr lang="en-US" altLang="ko-KR" sz="1000" dirty="0"/>
          </a:p>
          <a:p>
            <a:pPr marL="0" indent="0">
              <a:lnSpc>
                <a:spcPct val="50000"/>
              </a:lnSpc>
              <a:buNone/>
            </a:pPr>
            <a:r>
              <a:rPr lang="en-US" altLang="ko-KR" sz="1000" dirty="0"/>
              <a:t>main.js</a:t>
            </a:r>
          </a:p>
          <a:p>
            <a:pPr marL="0" indent="0">
              <a:lnSpc>
                <a:spcPct val="50000"/>
              </a:lnSpc>
              <a:buNone/>
            </a:pPr>
            <a:r>
              <a:rPr lang="en-US" altLang="ko-KR" sz="1000" dirty="0"/>
              <a:t>{</a:t>
            </a:r>
          </a:p>
          <a:p>
            <a:pPr marL="342900" lvl="1" indent="0">
              <a:lnSpc>
                <a:spcPct val="50000"/>
              </a:lnSpc>
              <a:buNone/>
            </a:pPr>
            <a:r>
              <a:rPr lang="fr-FR" altLang="ko-KR" sz="1000" dirty="0"/>
              <a:t>// vue-router</a:t>
            </a:r>
          </a:p>
          <a:p>
            <a:pPr marL="342900" lvl="1" indent="0">
              <a:lnSpc>
                <a:spcPct val="50000"/>
              </a:lnSpc>
              <a:buNone/>
            </a:pPr>
            <a:r>
              <a:rPr lang="fr-FR" altLang="ko-KR" sz="1000" dirty="0"/>
              <a:t>import router from '@/router/index.js’    </a:t>
            </a:r>
            <a:r>
              <a:rPr lang="fr-FR" altLang="ko-KR" sz="1000" dirty="0">
                <a:solidFill>
                  <a:schemeClr val="bg1">
                    <a:lumMod val="65000"/>
                  </a:schemeClr>
                </a:solidFill>
              </a:rPr>
              <a:t>// import router from '@/router'</a:t>
            </a:r>
            <a:br>
              <a:rPr lang="fr-FR" altLang="ko-KR" sz="1000" dirty="0">
                <a:solidFill>
                  <a:schemeClr val="bg1">
                    <a:lumMod val="65000"/>
                  </a:schemeClr>
                </a:solidFill>
              </a:rPr>
            </a:br>
            <a:endParaRPr lang="fr-FR" altLang="ko-KR" sz="1000" dirty="0">
              <a:solidFill>
                <a:schemeClr val="bg1">
                  <a:lumMod val="65000"/>
                </a:schemeClr>
              </a:solidFill>
            </a:endParaRPr>
          </a:p>
          <a:p>
            <a:pPr marL="342900" lvl="1" indent="0">
              <a:lnSpc>
                <a:spcPct val="50000"/>
              </a:lnSpc>
              <a:buNone/>
            </a:pPr>
            <a:r>
              <a:rPr lang="fr-FR" altLang="ko-KR" sz="1000" dirty="0"/>
              <a:t>createApp(App).</a:t>
            </a:r>
            <a:r>
              <a:rPr lang="fr-FR" altLang="ko-KR" sz="1000" dirty="0">
                <a:solidFill>
                  <a:srgbClr val="FF0000"/>
                </a:solidFill>
              </a:rPr>
              <a:t>use(router)</a:t>
            </a:r>
            <a:r>
              <a:rPr lang="fr-FR" altLang="ko-KR" sz="1000" dirty="0"/>
              <a:t>.mount('#app')</a:t>
            </a:r>
            <a:endParaRPr lang="en-US" altLang="ko-KR" sz="1000" dirty="0"/>
          </a:p>
          <a:p>
            <a:pPr marL="0" indent="0">
              <a:lnSpc>
                <a:spcPct val="50000"/>
              </a:lnSpc>
              <a:buNone/>
            </a:pPr>
            <a:r>
              <a:rPr lang="en-US" altLang="ko-KR" sz="1000" dirty="0"/>
              <a:t>}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23596181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FBFC305-4B5A-94B8-A925-D0F01F378E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dotenv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7322994-9217-D1F4-418D-534CC52C9B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ko-KR" dirty="0"/>
              <a:t>/.env</a:t>
            </a:r>
          </a:p>
          <a:p>
            <a:pPr marL="0" indent="0">
              <a:buNone/>
            </a:pPr>
            <a:r>
              <a:rPr lang="en-US" altLang="ko-KR" dirty="0"/>
              <a:t>{</a:t>
            </a:r>
          </a:p>
          <a:p>
            <a:pPr marL="0" indent="0">
              <a:buNone/>
            </a:pPr>
            <a:r>
              <a:rPr lang="en-US" altLang="ko-KR" dirty="0"/>
              <a:t>	</a:t>
            </a:r>
            <a:r>
              <a:rPr lang="en-US" altLang="ko-KR" dirty="0">
                <a:solidFill>
                  <a:srgbClr val="FF0000"/>
                </a:solidFill>
              </a:rPr>
              <a:t>$</a:t>
            </a:r>
            <a:r>
              <a:rPr lang="ko-KR" altLang="en-US" dirty="0">
                <a:solidFill>
                  <a:srgbClr val="FF0000"/>
                </a:solidFill>
              </a:rPr>
              <a:t>키</a:t>
            </a:r>
            <a:r>
              <a:rPr lang="en-US" altLang="ko-KR" dirty="0"/>
              <a:t>=</a:t>
            </a:r>
            <a:r>
              <a:rPr lang="ko-KR" altLang="en-US" dirty="0">
                <a:solidFill>
                  <a:srgbClr val="0070C0"/>
                </a:solidFill>
              </a:rPr>
              <a:t>값</a:t>
            </a:r>
            <a:endParaRPr lang="en-US" altLang="ko-KR" dirty="0">
              <a:solidFill>
                <a:srgbClr val="0070C0"/>
              </a:solidFill>
            </a:endParaRPr>
          </a:p>
          <a:p>
            <a:pPr marL="0" indent="0">
              <a:buNone/>
            </a:pPr>
            <a:r>
              <a:rPr lang="en-US" altLang="ko-KR" dirty="0"/>
              <a:t>}</a:t>
            </a:r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console.log( </a:t>
            </a:r>
            <a:r>
              <a:rPr lang="en-US" altLang="ko-KR" dirty="0" err="1"/>
              <a:t>process.env</a:t>
            </a:r>
            <a:r>
              <a:rPr lang="en-US" altLang="ko-KR" dirty="0"/>
              <a:t>.</a:t>
            </a:r>
            <a:r>
              <a:rPr lang="en-US" altLang="ko-KR" dirty="0">
                <a:solidFill>
                  <a:srgbClr val="FF0000"/>
                </a:solidFill>
              </a:rPr>
              <a:t>$</a:t>
            </a:r>
            <a:r>
              <a:rPr lang="ko-KR" altLang="en-US" dirty="0">
                <a:solidFill>
                  <a:srgbClr val="FF0000"/>
                </a:solidFill>
              </a:rPr>
              <a:t>키</a:t>
            </a:r>
            <a:r>
              <a:rPr lang="en-US" altLang="ko-KR" dirty="0">
                <a:solidFill>
                  <a:srgbClr val="FF0000"/>
                </a:solidFill>
              </a:rPr>
              <a:t> </a:t>
            </a:r>
            <a:r>
              <a:rPr lang="en-US" altLang="ko-KR" dirty="0"/>
              <a:t>);</a:t>
            </a:r>
          </a:p>
          <a:p>
            <a:pPr marL="0" indent="0">
              <a:buNone/>
            </a:pP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0789397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621E84C-8DB4-8B94-9170-25F1E16D45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kakao</a:t>
            </a:r>
            <a:r>
              <a:rPr lang="en-US" altLang="ko-KR" dirty="0"/>
              <a:t>(</a:t>
            </a:r>
            <a:r>
              <a:rPr lang="ko-KR" altLang="en-US" dirty="0"/>
              <a:t>작업중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59B6F44-24D5-B6AE-B9A2-74329FD28E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$ </a:t>
            </a:r>
            <a:r>
              <a:rPr lang="en-US" altLang="ko-KR" dirty="0" err="1"/>
              <a:t>npm</a:t>
            </a:r>
            <a:r>
              <a:rPr lang="en-US" altLang="ko-KR" dirty="0"/>
              <a:t> install </a:t>
            </a:r>
            <a:r>
              <a:rPr lang="en-US" altLang="ko-KR" dirty="0" err="1"/>
              <a:t>vue-kakao-sdk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595260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테마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921</TotalTime>
  <Words>481</Words>
  <Application>Microsoft Office PowerPoint</Application>
  <PresentationFormat>와이드스크린</PresentationFormat>
  <Paragraphs>98</Paragraphs>
  <Slides>7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Office 테마</vt:lpstr>
      <vt:lpstr>개발환경 설치 매뉴얼</vt:lpstr>
      <vt:lpstr>Vue.JS 3</vt:lpstr>
      <vt:lpstr>플러그인</vt:lpstr>
      <vt:lpstr>구동포트 설정</vt:lpstr>
      <vt:lpstr>Vue Router (&gt; npm install vue-router)</vt:lpstr>
      <vt:lpstr>dotenv</vt:lpstr>
      <vt:lpstr>kakao(작업중)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Admin</dc:creator>
  <cp:lastModifiedBy>Admin</cp:lastModifiedBy>
  <cp:revision>39</cp:revision>
  <dcterms:created xsi:type="dcterms:W3CDTF">2025-09-02T04:36:13Z</dcterms:created>
  <dcterms:modified xsi:type="dcterms:W3CDTF">2025-09-07T16:50:11Z</dcterms:modified>
</cp:coreProperties>
</file>