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0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endParaRPr lang="en-US" altLang="ko-KR" dirty="0"/>
          </a:p>
          <a:p>
            <a:r>
              <a:rPr lang="en-US" altLang="ko-KR" dirty="0"/>
              <a:t>$ cd frontend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/>
              <a:t>Material Icon Theme: </a:t>
            </a:r>
            <a:r>
              <a:rPr lang="ko-KR" altLang="en-US" dirty="0"/>
              <a:t>파일 탐색기에서 파일 아이콘을 추가하여 보기 쉽게 만들어준다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ESLint</a:t>
            </a:r>
            <a:r>
              <a:rPr lang="en-US" altLang="ko-KR" dirty="0"/>
              <a:t> : </a:t>
            </a:r>
            <a:r>
              <a:rPr lang="ko-KR" altLang="en-US" dirty="0"/>
              <a:t>코드 검사기로써 에러가 있는지 검사해주는 도구</a:t>
            </a:r>
            <a:endParaRPr lang="en-US" altLang="ko-KR" dirty="0"/>
          </a:p>
          <a:p>
            <a:r>
              <a:rPr lang="en-US" altLang="ko-KR" dirty="0"/>
              <a:t>Prettier : </a:t>
            </a:r>
            <a:r>
              <a:rPr lang="ko-KR" altLang="en-US" dirty="0"/>
              <a:t>코드 </a:t>
            </a:r>
            <a:r>
              <a:rPr lang="ko-KR" altLang="en-US" dirty="0" err="1"/>
              <a:t>포멧터로써</a:t>
            </a:r>
            <a:r>
              <a:rPr lang="ko-KR" altLang="en-US" dirty="0"/>
              <a:t> 코드를 </a:t>
            </a:r>
            <a:r>
              <a:rPr lang="ko-KR" altLang="en-US" dirty="0" err="1"/>
              <a:t>일관성있고</a:t>
            </a:r>
            <a:r>
              <a:rPr lang="ko-KR" altLang="en-US" dirty="0"/>
              <a:t> 예쁘게 작성할 수 있도록 도와주는 도구</a:t>
            </a:r>
            <a:endParaRPr lang="en-US" altLang="ko-KR" dirty="0"/>
          </a:p>
          <a:p>
            <a:r>
              <a:rPr lang="en-US" altLang="ko-KR" dirty="0"/>
              <a:t>Vue-Official : </a:t>
            </a:r>
            <a:r>
              <a:rPr lang="ko-KR" altLang="en-US" dirty="0"/>
              <a:t>언어지원 플러그인</a:t>
            </a:r>
            <a:endParaRPr lang="en-US" altLang="ko-KR" dirty="0"/>
          </a:p>
          <a:p>
            <a:r>
              <a:rPr lang="en-US" altLang="ko-KR" dirty="0"/>
              <a:t>Vue </a:t>
            </a:r>
            <a:r>
              <a:rPr lang="en-US" altLang="ko-KR" dirty="0" err="1"/>
              <a:t>VSCode</a:t>
            </a:r>
            <a:r>
              <a:rPr lang="en-US" altLang="ko-KR" dirty="0"/>
              <a:t> Snippets</a:t>
            </a:r>
          </a:p>
          <a:p>
            <a:r>
              <a:rPr lang="en-US" altLang="ko-KR" dirty="0"/>
              <a:t>CSS Peek : HTML </a:t>
            </a:r>
            <a:r>
              <a:rPr lang="ko-KR" altLang="en-US" dirty="0"/>
              <a:t>문서에서 정의된 </a:t>
            </a:r>
            <a:r>
              <a:rPr lang="en-US" altLang="ko-KR" dirty="0"/>
              <a:t>CSS</a:t>
            </a:r>
            <a:r>
              <a:rPr lang="ko-KR" altLang="en-US" dirty="0"/>
              <a:t>를 금방 찾을 수 있도록 </a:t>
            </a:r>
            <a:r>
              <a:rPr lang="ko-KR" altLang="en-US" dirty="0" err="1"/>
              <a:t>도와줌</a:t>
            </a:r>
            <a:r>
              <a:rPr lang="en-US" altLang="ko-KR" dirty="0"/>
              <a:t>. Ctrl + </a:t>
            </a:r>
            <a:r>
              <a:rPr lang="ko-KR" altLang="en-US" dirty="0"/>
              <a:t>클릭 하면 선언된 곳으로 이동함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98</Words>
  <Application>Microsoft Office PowerPoint</Application>
  <PresentationFormat>와이드스크린</PresentationFormat>
  <Paragraphs>18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8</cp:revision>
  <dcterms:created xsi:type="dcterms:W3CDTF">2025-09-02T04:36:13Z</dcterms:created>
  <dcterms:modified xsi:type="dcterms:W3CDTF">2025-09-04T13:03:51Z</dcterms:modified>
</cp:coreProperties>
</file>