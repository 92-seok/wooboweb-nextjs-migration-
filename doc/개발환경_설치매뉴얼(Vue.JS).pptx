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7" r:id="rId3"/>
    <p:sldId id="278" r:id="rId4"/>
    <p:sldId id="283" r:id="rId5"/>
    <p:sldId id="279" r:id="rId6"/>
    <p:sldId id="282" r:id="rId7"/>
    <p:sldId id="281" r:id="rId8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</p14:sldIdLst>
        </p14:section>
        <p14:section name="제목 없는 구역" id="{53E5FD2C-994F-4CFF-8214-B8896DC0A73D}">
          <p14:sldIdLst>
            <p14:sldId id="278"/>
            <p14:sldId id="283"/>
            <p14:sldId id="279"/>
            <p14:sldId id="282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4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50" y="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902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18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422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321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3613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403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54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9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750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052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36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설치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pPr lvl="1"/>
            <a:r>
              <a:rPr lang="en-US" altLang="ko-KR" dirty="0"/>
              <a:t>$ cd frontend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프로젝트 실행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ko-KR" altLang="en-US" dirty="0"/>
              <a:t>프로젝트 접속</a:t>
            </a:r>
            <a:endParaRPr lang="en-US" altLang="ko-KR" dirty="0"/>
          </a:p>
          <a:p>
            <a:pPr lvl="1"/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http://localhost:80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프로젝트 배포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플러그인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488" y="3508375"/>
            <a:ext cx="6273800" cy="4351338"/>
          </a:xfrm>
        </p:spPr>
        <p:txBody>
          <a:bodyPr>
            <a:normAutofit/>
          </a:bodyPr>
          <a:lstStyle/>
          <a:p>
            <a:r>
              <a:rPr lang="en-US" altLang="ko-KR" sz="1000" dirty="0"/>
              <a:t>Vue-Official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언어지원 플러그인</a:t>
            </a:r>
            <a:endParaRPr lang="en-US" altLang="ko-KR" sz="1000" dirty="0"/>
          </a:p>
          <a:p>
            <a:r>
              <a:rPr lang="en-US" altLang="ko-KR" sz="1000" dirty="0"/>
              <a:t>Vue </a:t>
            </a:r>
            <a:r>
              <a:rPr lang="en-US" altLang="ko-KR" sz="1000" dirty="0" err="1"/>
              <a:t>VSCode</a:t>
            </a:r>
            <a:r>
              <a:rPr lang="en-US" altLang="ko-KR" sz="1000" dirty="0"/>
              <a:t> Snippets</a:t>
            </a:r>
            <a:br>
              <a:rPr lang="en-US" altLang="ko-KR" sz="1000" dirty="0"/>
            </a:br>
            <a:r>
              <a:rPr lang="en-US" altLang="ko-KR" sz="1000" dirty="0"/>
              <a:t>: Vue </a:t>
            </a:r>
            <a:r>
              <a:rPr lang="ko-KR" altLang="en-US" sz="1000" dirty="0"/>
              <a:t>코드 자동생성</a:t>
            </a:r>
            <a:endParaRPr lang="en-US" altLang="ko-KR" sz="1000" dirty="0"/>
          </a:p>
          <a:p>
            <a:r>
              <a:rPr lang="en-US" altLang="ko-KR" sz="1000" dirty="0"/>
              <a:t>Material Icon Theme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파일 탐색기에서 파일 아이콘을 추가하여 보기 쉽게 만들어준다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 err="1"/>
              <a:t>ESLint</a:t>
            </a:r>
            <a:r>
              <a:rPr lang="en-US" altLang="ko-KR" sz="1000" dirty="0"/>
              <a:t> 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코드 검사기로써 에러가 있는지 검사해주는 도구</a:t>
            </a:r>
            <a:endParaRPr lang="en-US" altLang="ko-KR" sz="1000" dirty="0"/>
          </a:p>
          <a:p>
            <a:r>
              <a:rPr lang="en-US" altLang="ko-KR" sz="1000" dirty="0"/>
              <a:t>Prettier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코드 </a:t>
            </a:r>
            <a:r>
              <a:rPr lang="ko-KR" altLang="en-US" sz="1000" dirty="0" err="1"/>
              <a:t>포멧터로써</a:t>
            </a:r>
            <a:r>
              <a:rPr lang="ko-KR" altLang="en-US" sz="1000" dirty="0"/>
              <a:t> 코드를 </a:t>
            </a:r>
            <a:r>
              <a:rPr lang="ko-KR" altLang="en-US" sz="1000" dirty="0" err="1"/>
              <a:t>일관성있고</a:t>
            </a:r>
            <a:r>
              <a:rPr lang="ko-KR" altLang="en-US" sz="1000" dirty="0"/>
              <a:t> 예쁘게 작성할 수 있도록 도와주는 도구</a:t>
            </a:r>
            <a:endParaRPr lang="en-US" altLang="ko-KR" sz="1000" dirty="0"/>
          </a:p>
          <a:p>
            <a:r>
              <a:rPr lang="en-US" altLang="ko-KR" sz="1000" dirty="0"/>
              <a:t>CSS Peek</a:t>
            </a:r>
            <a:br>
              <a:rPr lang="en-US" altLang="ko-KR" sz="1000" dirty="0"/>
            </a:br>
            <a:r>
              <a:rPr lang="en-US" altLang="ko-KR" sz="1000" dirty="0"/>
              <a:t>: HTML </a:t>
            </a:r>
            <a:r>
              <a:rPr lang="ko-KR" altLang="en-US" sz="1000" dirty="0"/>
              <a:t>문서에서 정의된 </a:t>
            </a:r>
            <a:r>
              <a:rPr lang="en-US" altLang="ko-KR" sz="1000" dirty="0"/>
              <a:t>CSS</a:t>
            </a:r>
            <a:r>
              <a:rPr lang="ko-KR" altLang="en-US" sz="1000" dirty="0"/>
              <a:t>를 금방 찾을 수 있도록 </a:t>
            </a:r>
            <a:r>
              <a:rPr lang="ko-KR" altLang="en-US" sz="1000" dirty="0" err="1"/>
              <a:t>도와줌</a:t>
            </a:r>
            <a:r>
              <a:rPr lang="en-US" altLang="ko-KR" sz="1000" dirty="0"/>
              <a:t>. Ctrl + </a:t>
            </a:r>
            <a:r>
              <a:rPr lang="ko-KR" altLang="en-US" sz="1000" dirty="0"/>
              <a:t>클릭 하면 선언된 곳으로 이동함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D86C5-76D7-0D8F-0760-F24AF0B63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구동포트 설정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3174C-2860-3BEE-697F-07719080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 err="1"/>
              <a:t>package.json</a:t>
            </a: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0" indent="0">
              <a:buNone/>
            </a:pPr>
            <a:r>
              <a:rPr lang="fr-FR" altLang="ko-KR" dirty="0"/>
              <a:t>  "name": "frontend",</a:t>
            </a:r>
          </a:p>
          <a:p>
            <a:pPr marL="0" indent="0">
              <a:buNone/>
            </a:pPr>
            <a:r>
              <a:rPr lang="fr-FR" altLang="ko-KR" dirty="0"/>
              <a:t>  "version": "0.1.0",</a:t>
            </a:r>
          </a:p>
          <a:p>
            <a:pPr marL="0" indent="0">
              <a:buNone/>
            </a:pPr>
            <a:r>
              <a:rPr lang="fr-FR" altLang="ko-KR" dirty="0"/>
              <a:t>  "private": true,</a:t>
            </a:r>
          </a:p>
          <a:p>
            <a:pPr marL="0" indent="0">
              <a:buNone/>
            </a:pPr>
            <a:r>
              <a:rPr lang="fr-FR" altLang="ko-KR" dirty="0"/>
              <a:t>  "scripts": {</a:t>
            </a:r>
          </a:p>
          <a:p>
            <a:pPr marL="0" indent="0">
              <a:buNone/>
            </a:pPr>
            <a:r>
              <a:rPr lang="fr-FR" altLang="ko-KR" dirty="0"/>
              <a:t>    "serve": "vue-cli-service serve </a:t>
            </a:r>
            <a:r>
              <a:rPr lang="fr-FR" altLang="ko-KR" dirty="0">
                <a:solidFill>
                  <a:srgbClr val="FF0000"/>
                </a:solidFill>
              </a:rPr>
              <a:t>--port 80</a:t>
            </a:r>
            <a:r>
              <a:rPr lang="fr-FR" altLang="ko-KR" dirty="0"/>
              <a:t>",</a:t>
            </a:r>
          </a:p>
          <a:p>
            <a:pPr marL="0" indent="0">
              <a:buNone/>
            </a:pPr>
            <a:r>
              <a:rPr lang="fr-FR" altLang="ko-KR" dirty="0"/>
              <a:t>    "build": "vue-cli-service build",</a:t>
            </a:r>
          </a:p>
          <a:p>
            <a:pPr marL="0" indent="0">
              <a:buNone/>
            </a:pPr>
            <a:r>
              <a:rPr lang="fr-FR" altLang="ko-KR" dirty="0"/>
              <a:t>    "lint": "vue-cli-service lint"</a:t>
            </a:r>
          </a:p>
          <a:p>
            <a:pPr marL="0" indent="0">
              <a:buNone/>
            </a:pPr>
            <a:r>
              <a:rPr lang="fr-FR" altLang="ko-KR" dirty="0"/>
              <a:t>  },</a:t>
            </a:r>
          </a:p>
          <a:p>
            <a:pPr marL="0" indent="0">
              <a:buNone/>
            </a:pPr>
            <a:endParaRPr lang="fr-FR" altLang="ko-KR" dirty="0"/>
          </a:p>
        </p:txBody>
      </p:sp>
    </p:spTree>
    <p:extLst>
      <p:ext uri="{BB962C8B-B14F-4D97-AF65-F5344CB8AC3E}">
        <p14:creationId xmlns:p14="http://schemas.microsoft.com/office/powerpoint/2010/main" val="219308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72DB09-F1A5-0E9C-EE6B-14ABB7F9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Router</a:t>
            </a:r>
            <a:br>
              <a:rPr lang="en-US" altLang="ko-KR" dirty="0"/>
            </a:br>
            <a:r>
              <a:rPr lang="en-US" altLang="ko-KR" dirty="0"/>
              <a:t>(&gt;</a:t>
            </a:r>
            <a:r>
              <a:rPr lang="en-US" altLang="ko-KR" sz="3600" dirty="0"/>
              <a:t> </a:t>
            </a:r>
            <a:r>
              <a:rPr lang="en-US" altLang="ko-KR" sz="3600" dirty="0" err="1"/>
              <a:t>npm</a:t>
            </a:r>
            <a:r>
              <a:rPr lang="en-US" altLang="ko-KR" sz="3600" dirty="0"/>
              <a:t> install </a:t>
            </a:r>
            <a:r>
              <a:rPr lang="en-US" altLang="ko-KR" sz="3600" dirty="0" err="1"/>
              <a:t>vue</a:t>
            </a:r>
            <a:r>
              <a:rPr lang="en-US" altLang="ko-KR" sz="3600" dirty="0"/>
              <a:t>-router)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5DABAA-E41B-E3AC-B623-601A614B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router/index.js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/*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-disable no-unused-vars */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{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} from '</a:t>
            </a:r>
            <a:r>
              <a:rPr lang="en-US" altLang="ko-KR" sz="1000" dirty="0" err="1"/>
              <a:t>vue</a:t>
            </a:r>
            <a:r>
              <a:rPr lang="en-US" altLang="ko-KR" sz="1000" dirty="0"/>
              <a:t>-router'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HomeView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HomeView.vue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AboutView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AboutView.vue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routes = [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/home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/about</a:t>
            </a:r>
            <a:r>
              <a:rPr lang="en-US" altLang="ko-KR" sz="1000" dirty="0"/>
              <a:t>', 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AboutView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];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router =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({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history: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('/'),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//history: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(),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routes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);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export default router;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 err="1"/>
              <a:t>App.vue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&lt;template&gt;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&lt;p&gt; </a:t>
            </a:r>
            <a:r>
              <a:rPr lang="en-US" altLang="ko-KR" sz="1000" dirty="0">
                <a:solidFill>
                  <a:srgbClr val="0070C0"/>
                </a:solidFill>
              </a:rPr>
              <a:t>{{ $</a:t>
            </a:r>
            <a:r>
              <a:rPr lang="en-US" altLang="ko-KR" sz="1000" dirty="0" err="1">
                <a:solidFill>
                  <a:srgbClr val="0070C0"/>
                </a:solidFill>
              </a:rPr>
              <a:t>route.fullPath</a:t>
            </a:r>
            <a:r>
              <a:rPr lang="en-US" altLang="ko-KR" sz="1000" dirty="0">
                <a:solidFill>
                  <a:srgbClr val="0070C0"/>
                </a:solidFill>
              </a:rPr>
              <a:t> }}</a:t>
            </a:r>
            <a:r>
              <a:rPr lang="en-US" altLang="ko-KR" sz="1000" dirty="0"/>
              <a:t>&lt;/p&gt;  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to="/"&gt;Home&lt;/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to="/about"&gt;About&lt;/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RouterView</a:t>
            </a:r>
            <a:r>
              <a:rPr lang="en-US" altLang="ko-KR" sz="1000" dirty="0"/>
              <a:t> /&gt;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&lt;/template&gt;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main.js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// vue-router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import router from '@/router/index.js'</a:t>
            </a:r>
            <a:br>
              <a:rPr lang="fr-FR" altLang="ko-KR" sz="1000" dirty="0"/>
            </a:br>
            <a:endParaRPr lang="fr-FR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createApp(App).</a:t>
            </a:r>
            <a:r>
              <a:rPr lang="fr-FR" altLang="ko-KR" sz="1000" dirty="0">
                <a:solidFill>
                  <a:srgbClr val="FF0000"/>
                </a:solidFill>
              </a:rPr>
              <a:t>use(router)</a:t>
            </a:r>
            <a:r>
              <a:rPr lang="fr-FR" altLang="ko-KR" sz="1000" dirty="0"/>
              <a:t>.mount('#app')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5961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FC305-4B5A-94B8-A925-D0F01F37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dotenv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22994-9217-D1F4-418D-534CC52C9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/.env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/>
              <a:t>=</a:t>
            </a:r>
            <a:r>
              <a:rPr lang="ko-KR" altLang="en-US" dirty="0">
                <a:solidFill>
                  <a:srgbClr val="0070C0"/>
                </a:solidFill>
              </a:rPr>
              <a:t>값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console.log( </a:t>
            </a:r>
            <a:r>
              <a:rPr lang="en-US" altLang="ko-KR" dirty="0" err="1"/>
              <a:t>process.env</a:t>
            </a:r>
            <a:r>
              <a:rPr lang="en-US" altLang="ko-KR" dirty="0"/>
              <a:t>.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);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89397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1E84C-8DB4-8B94-9170-25F1E16D4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kakao</a:t>
            </a:r>
            <a:r>
              <a:rPr lang="en-US" altLang="ko-KR" dirty="0"/>
              <a:t>(</a:t>
            </a:r>
            <a:r>
              <a:rPr lang="ko-KR" altLang="en-US" dirty="0"/>
              <a:t>작업중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9B6F44-24D5-B6AE-B9A2-74329FD28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vue-kakao-sdk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95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703</TotalTime>
  <Words>399</Words>
  <Application>Microsoft Office PowerPoint</Application>
  <PresentationFormat>와이드스크린</PresentationFormat>
  <Paragraphs>83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테마</vt:lpstr>
      <vt:lpstr>개발환경 설치 매뉴얼</vt:lpstr>
      <vt:lpstr>Vue.JS 3</vt:lpstr>
      <vt:lpstr>플러그인</vt:lpstr>
      <vt:lpstr>구동포트 설정</vt:lpstr>
      <vt:lpstr>Vue Router (&gt; npm install vue-router)</vt:lpstr>
      <vt:lpstr>dotenv</vt:lpstr>
      <vt:lpstr>kakao(작업중)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33</cp:revision>
  <dcterms:created xsi:type="dcterms:W3CDTF">2025-09-02T04:36:13Z</dcterms:created>
  <dcterms:modified xsi:type="dcterms:W3CDTF">2025-09-07T09:28:58Z</dcterms:modified>
</cp:coreProperties>
</file>