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7" r:id="rId3"/>
    <p:sldId id="278" r:id="rId4"/>
    <p:sldId id="283" r:id="rId5"/>
    <p:sldId id="284" r:id="rId6"/>
    <p:sldId id="279" r:id="rId7"/>
    <p:sldId id="282" r:id="rId8"/>
    <p:sldId id="281" r:id="rId9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9F1CB718-1FA8-45BD-B6D2-8E4AC34A4A8F}">
          <p14:sldIdLst>
            <p14:sldId id="256"/>
            <p14:sldId id="277"/>
            <p14:sldId id="278"/>
            <p14:sldId id="283"/>
            <p14:sldId id="284"/>
            <p14:sldId id="279"/>
            <p14:sldId id="282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40" autoAdjust="0"/>
    <p:restoredTop sz="94660"/>
  </p:normalViewPr>
  <p:slideViewPr>
    <p:cSldViewPr snapToGrid="0">
      <p:cViewPr>
        <p:scale>
          <a:sx n="125" d="100"/>
          <a:sy n="125" d="100"/>
        </p:scale>
        <p:origin x="690" y="18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902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184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5422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7321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3613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5403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54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97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5750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052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365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59EE32-49FD-4EA7-9011-353EB936649F}" type="datetimeFigureOut">
              <a:rPr lang="ko-KR" altLang="en-US" smtClean="0"/>
              <a:t>2025-09-08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68B6E5-C61A-4829-9E50-BAA7AC5086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v3-docs.vuejs-korea.org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6366C-8B87-E7B7-10F7-0A36AF6F12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개발환경 설치 매뉴얼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572435-4746-0080-CEFA-668391B2F3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</a:p>
          <a:p>
            <a:endParaRPr lang="en-US" altLang="ko-KR" dirty="0"/>
          </a:p>
          <a:p>
            <a:r>
              <a:rPr lang="en-US" altLang="ko-KR" sz="1600" dirty="0">
                <a:hlinkClick r:id="rId2"/>
              </a:rPr>
              <a:t>(Vue.js - The Progressive JavaScript Framework | Vue.js)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52386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AF3E13-B0A9-8540-EBA7-EDCB06A07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Vue.JS 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B79641-2C96-8954-D011-65625D68B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설치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–g @vue/cli</a:t>
            </a:r>
          </a:p>
          <a:p>
            <a:endParaRPr lang="en-US" altLang="ko-KR" dirty="0"/>
          </a:p>
          <a:p>
            <a:r>
              <a:rPr lang="ko-KR" altLang="en-US" dirty="0"/>
              <a:t>프로젝트 생성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vue</a:t>
            </a:r>
            <a:r>
              <a:rPr lang="en-US" altLang="ko-KR" dirty="0"/>
              <a:t> create {frontend}</a:t>
            </a:r>
          </a:p>
          <a:p>
            <a:pPr lvl="1"/>
            <a:r>
              <a:rPr lang="en-US" altLang="ko-KR" dirty="0"/>
              <a:t>$ cd frontend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프로젝트 실행</a:t>
            </a:r>
            <a:endParaRPr lang="en-US" altLang="ko-KR" dirty="0"/>
          </a:p>
          <a:p>
            <a:pPr lvl="1"/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run serve</a:t>
            </a:r>
          </a:p>
          <a:p>
            <a:endParaRPr lang="en-US" altLang="ko-KR" dirty="0"/>
          </a:p>
          <a:p>
            <a:r>
              <a:rPr lang="ko-KR" altLang="en-US" dirty="0"/>
              <a:t>프로젝트 접속</a:t>
            </a:r>
            <a:endParaRPr lang="en-US" altLang="ko-KR" dirty="0"/>
          </a:p>
          <a:p>
            <a:pPr lvl="1"/>
            <a:r>
              <a:rPr lang="en-US" altLang="ko-KR" dirty="0">
                <a:hlinkClick r:id="rId2"/>
              </a:rPr>
              <a:t>http://localhost:8080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http://localhost:80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프로젝트 배포</a:t>
            </a:r>
            <a:endParaRPr lang="en-US" altLang="ko-KR" dirty="0"/>
          </a:p>
          <a:p>
            <a:pPr lvl="1"/>
            <a:r>
              <a:rPr lang="en-US" altLang="ko-KR" dirty="0" err="1"/>
              <a:t>npm</a:t>
            </a:r>
            <a:r>
              <a:rPr lang="en-US" altLang="ko-KR" dirty="0"/>
              <a:t> run build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8987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82A63-8C57-65CA-40F5-792C7D37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플러그인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7300C-DBD4-85C5-C111-74583B302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488" y="3508375"/>
            <a:ext cx="6273800" cy="4351338"/>
          </a:xfrm>
        </p:spPr>
        <p:txBody>
          <a:bodyPr>
            <a:normAutofit/>
          </a:bodyPr>
          <a:lstStyle/>
          <a:p>
            <a:r>
              <a:rPr lang="en-US" altLang="ko-KR" sz="1000" dirty="0"/>
              <a:t>Vue-Official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언어지원 플러그인</a:t>
            </a:r>
            <a:endParaRPr lang="en-US" altLang="ko-KR" sz="1000" dirty="0"/>
          </a:p>
          <a:p>
            <a:r>
              <a:rPr lang="en-US" altLang="ko-KR" sz="1000" dirty="0"/>
              <a:t>Vue </a:t>
            </a:r>
            <a:r>
              <a:rPr lang="en-US" altLang="ko-KR" sz="1000" dirty="0" err="1"/>
              <a:t>VSCode</a:t>
            </a:r>
            <a:r>
              <a:rPr lang="en-US" altLang="ko-KR" sz="1000" dirty="0"/>
              <a:t> Snippets</a:t>
            </a:r>
            <a:br>
              <a:rPr lang="en-US" altLang="ko-KR" sz="1000" dirty="0"/>
            </a:br>
            <a:r>
              <a:rPr lang="en-US" altLang="ko-KR" sz="1000" dirty="0"/>
              <a:t>: Vue </a:t>
            </a:r>
            <a:r>
              <a:rPr lang="ko-KR" altLang="en-US" sz="1000" dirty="0"/>
              <a:t>코드 자동생성</a:t>
            </a:r>
            <a:endParaRPr lang="en-US" altLang="ko-KR" sz="1000" dirty="0"/>
          </a:p>
          <a:p>
            <a:r>
              <a:rPr lang="en-US" altLang="ko-KR" sz="1000" dirty="0"/>
              <a:t>Material Icon Theme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파일 탐색기에서 파일 아이콘을 추가하여 보기 쉽게 만들어준다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 err="1"/>
              <a:t>ESLint</a:t>
            </a:r>
            <a:r>
              <a:rPr lang="en-US" altLang="ko-KR" sz="1000" dirty="0"/>
              <a:t> </a:t>
            </a:r>
            <a:br>
              <a:rPr lang="en-US" altLang="ko-KR" sz="1000" dirty="0"/>
            </a:br>
            <a:r>
              <a:rPr lang="en-US" altLang="ko-KR" sz="1000" dirty="0"/>
              <a:t>: </a:t>
            </a:r>
            <a:r>
              <a:rPr lang="ko-KR" altLang="en-US" sz="1000" dirty="0"/>
              <a:t>코드 검사기로써 에러가 있는지 검사해주는 도구</a:t>
            </a:r>
            <a:endParaRPr lang="en-US" altLang="ko-KR" sz="1000" dirty="0"/>
          </a:p>
          <a:p>
            <a:r>
              <a:rPr lang="en-US" altLang="ko-KR" sz="1000" dirty="0"/>
              <a:t>Prettier</a:t>
            </a:r>
            <a:br>
              <a:rPr lang="en-US" altLang="ko-KR" sz="1000" dirty="0"/>
            </a:br>
            <a:r>
              <a:rPr lang="en-US" altLang="ko-KR" sz="1000" dirty="0"/>
              <a:t> : </a:t>
            </a:r>
            <a:r>
              <a:rPr lang="ko-KR" altLang="en-US" sz="1000" dirty="0"/>
              <a:t>코드 </a:t>
            </a:r>
            <a:r>
              <a:rPr lang="ko-KR" altLang="en-US" sz="1000" dirty="0" err="1"/>
              <a:t>포멧터로써</a:t>
            </a:r>
            <a:r>
              <a:rPr lang="ko-KR" altLang="en-US" sz="1000" dirty="0"/>
              <a:t> 코드를 </a:t>
            </a:r>
            <a:r>
              <a:rPr lang="ko-KR" altLang="en-US" sz="1000" dirty="0" err="1"/>
              <a:t>일관성있고</a:t>
            </a:r>
            <a:r>
              <a:rPr lang="ko-KR" altLang="en-US" sz="1000" dirty="0"/>
              <a:t> 예쁘게 작성할 수 있도록 도와주는 도구</a:t>
            </a:r>
            <a:endParaRPr lang="en-US" altLang="ko-KR" sz="1000" dirty="0"/>
          </a:p>
          <a:p>
            <a:r>
              <a:rPr lang="en-US" altLang="ko-KR" sz="1000" dirty="0"/>
              <a:t>CSS Peek</a:t>
            </a:r>
            <a:br>
              <a:rPr lang="en-US" altLang="ko-KR" sz="1000" dirty="0"/>
            </a:br>
            <a:r>
              <a:rPr lang="en-US" altLang="ko-KR" sz="1000" dirty="0"/>
              <a:t>: HTML </a:t>
            </a:r>
            <a:r>
              <a:rPr lang="ko-KR" altLang="en-US" sz="1000" dirty="0"/>
              <a:t>문서에서 정의된 </a:t>
            </a:r>
            <a:r>
              <a:rPr lang="en-US" altLang="ko-KR" sz="1000" dirty="0"/>
              <a:t>CSS</a:t>
            </a:r>
            <a:r>
              <a:rPr lang="ko-KR" altLang="en-US" sz="1000" dirty="0"/>
              <a:t>를 금방 찾을 수 있도록 </a:t>
            </a:r>
            <a:r>
              <a:rPr lang="ko-KR" altLang="en-US" sz="1000" dirty="0" err="1"/>
              <a:t>도와줌</a:t>
            </a:r>
            <a:r>
              <a:rPr lang="en-US" altLang="ko-KR" sz="1000" dirty="0"/>
              <a:t>. Ctrl + </a:t>
            </a:r>
            <a:r>
              <a:rPr lang="ko-KR" altLang="en-US" sz="1000" dirty="0"/>
              <a:t>클릭 하면 선언된 곳으로 이동함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92059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5D86C5-76D7-0D8F-0760-F24AF0B63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구동포트 설정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13174C-2860-3BEE-697F-07719080D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 err="1"/>
              <a:t>package.json</a:t>
            </a:r>
            <a:endParaRPr lang="fr-FR" altLang="ko-KR" dirty="0"/>
          </a:p>
          <a:p>
            <a:pPr marL="0" indent="0">
              <a:buNone/>
            </a:pPr>
            <a:r>
              <a:rPr lang="fr-FR" altLang="ko-KR" dirty="0"/>
              <a:t>{</a:t>
            </a:r>
          </a:p>
          <a:p>
            <a:pPr marL="0" indent="0">
              <a:buNone/>
            </a:pPr>
            <a:r>
              <a:rPr lang="fr-FR" altLang="ko-KR" dirty="0"/>
              <a:t>  "name": "frontend",</a:t>
            </a:r>
          </a:p>
          <a:p>
            <a:pPr marL="0" indent="0">
              <a:buNone/>
            </a:pPr>
            <a:r>
              <a:rPr lang="fr-FR" altLang="ko-KR" dirty="0"/>
              <a:t>  "version": "0.1.0",</a:t>
            </a:r>
          </a:p>
          <a:p>
            <a:pPr marL="0" indent="0">
              <a:buNone/>
            </a:pPr>
            <a:r>
              <a:rPr lang="fr-FR" altLang="ko-KR" dirty="0"/>
              <a:t>  "private": true,</a:t>
            </a:r>
          </a:p>
          <a:p>
            <a:pPr marL="0" indent="0">
              <a:buNone/>
            </a:pPr>
            <a:r>
              <a:rPr lang="fr-FR" altLang="ko-KR" dirty="0"/>
              <a:t>  "scripts": {</a:t>
            </a:r>
          </a:p>
          <a:p>
            <a:pPr marL="0" indent="0">
              <a:buNone/>
            </a:pPr>
            <a:r>
              <a:rPr lang="fr-FR" altLang="ko-KR" dirty="0"/>
              <a:t>    "serve": "vue-cli-service serve </a:t>
            </a:r>
            <a:r>
              <a:rPr lang="fr-FR" altLang="ko-KR" dirty="0">
                <a:solidFill>
                  <a:srgbClr val="FF0000"/>
                </a:solidFill>
              </a:rPr>
              <a:t>--port 80</a:t>
            </a:r>
            <a:r>
              <a:rPr lang="fr-FR" altLang="ko-KR" dirty="0"/>
              <a:t>",</a:t>
            </a:r>
          </a:p>
          <a:p>
            <a:pPr marL="0" indent="0">
              <a:buNone/>
            </a:pPr>
            <a:r>
              <a:rPr lang="fr-FR" altLang="ko-KR" dirty="0"/>
              <a:t>    "build": "vue-cli-service build",</a:t>
            </a:r>
          </a:p>
          <a:p>
            <a:pPr marL="0" indent="0">
              <a:buNone/>
            </a:pPr>
            <a:r>
              <a:rPr lang="fr-FR" altLang="ko-KR" dirty="0"/>
              <a:t>    "lint": "vue-cli-service lint"</a:t>
            </a:r>
          </a:p>
          <a:p>
            <a:pPr marL="0" indent="0">
              <a:buNone/>
            </a:pPr>
            <a:r>
              <a:rPr lang="fr-FR" altLang="ko-KR" dirty="0"/>
              <a:t>  },</a:t>
            </a:r>
          </a:p>
          <a:p>
            <a:pPr marL="0" indent="0">
              <a:buNone/>
            </a:pPr>
            <a:endParaRPr lang="fr-FR" altLang="ko-KR" dirty="0"/>
          </a:p>
        </p:txBody>
      </p:sp>
    </p:spTree>
    <p:extLst>
      <p:ext uri="{BB962C8B-B14F-4D97-AF65-F5344CB8AC3E}">
        <p14:creationId xmlns:p14="http://schemas.microsoft.com/office/powerpoint/2010/main" val="2193087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90395-1D88-E6A8-5431-9F884B336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 Base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3D22AC-52FF-092B-5DD8-37AA02A16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ko-KR" dirty="0"/>
              <a:t>&lt;template&gt;</a:t>
            </a:r>
          </a:p>
          <a:p>
            <a:pPr marL="0" indent="0">
              <a:buNone/>
            </a:pPr>
            <a:r>
              <a:rPr lang="en-US" altLang="ko-KR" dirty="0"/>
              <a:t>    &lt;div&gt;</a:t>
            </a:r>
          </a:p>
          <a:p>
            <a:pPr marL="0" indent="0">
              <a:buNone/>
            </a:pPr>
            <a:r>
              <a:rPr lang="en-US" altLang="ko-KR" dirty="0"/>
              <a:t>    &lt;/div&gt;</a:t>
            </a:r>
          </a:p>
          <a:p>
            <a:pPr marL="0" indent="0">
              <a:buNone/>
            </a:pPr>
            <a:r>
              <a:rPr lang="en-US" altLang="ko-KR" dirty="0"/>
              <a:t>&lt;/template&gt;</a:t>
            </a:r>
          </a:p>
          <a:p>
            <a:pPr marL="0" indent="0">
              <a:buNone/>
            </a:pPr>
            <a:br>
              <a:rPr lang="en-US" altLang="ko-KR" dirty="0"/>
            </a:br>
            <a:endParaRPr lang="en-US" altLang="ko-KR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7030A0"/>
                </a:solidFill>
              </a:rPr>
              <a:t>//Composition </a:t>
            </a:r>
            <a:r>
              <a:rPr lang="ko-KR" altLang="en-US" dirty="0">
                <a:solidFill>
                  <a:srgbClr val="7030A0"/>
                </a:solidFill>
              </a:rPr>
              <a:t>스타일</a:t>
            </a:r>
            <a:endParaRPr lang="en-US" altLang="ko-KR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7030A0"/>
                </a:solidFill>
              </a:rPr>
              <a:t>&lt;script setup&gt;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7030A0"/>
                </a:solidFill>
              </a:rPr>
              <a:t>import { </a:t>
            </a:r>
            <a:r>
              <a:rPr lang="en-US" altLang="ko-KR" dirty="0" err="1">
                <a:solidFill>
                  <a:srgbClr val="7030A0"/>
                </a:solidFill>
              </a:rPr>
              <a:t>onMounted</a:t>
            </a:r>
            <a:r>
              <a:rPr lang="en-US" altLang="ko-KR" dirty="0">
                <a:solidFill>
                  <a:srgbClr val="7030A0"/>
                </a:solidFill>
              </a:rPr>
              <a:t> , inject } from ‘</a:t>
            </a:r>
            <a:r>
              <a:rPr lang="en-US" altLang="ko-KR" dirty="0" err="1">
                <a:solidFill>
                  <a:srgbClr val="7030A0"/>
                </a:solidFill>
              </a:rPr>
              <a:t>vue</a:t>
            </a:r>
            <a:r>
              <a:rPr lang="en-US" altLang="ko-KR" dirty="0">
                <a:solidFill>
                  <a:srgbClr val="7030A0"/>
                </a:solidFill>
              </a:rPr>
              <a:t>’;</a:t>
            </a:r>
          </a:p>
          <a:p>
            <a:pPr marL="0" indent="0">
              <a:buNone/>
            </a:pPr>
            <a:endParaRPr lang="en-US" altLang="ko-KR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altLang="ko-KR" dirty="0" err="1">
                <a:solidFill>
                  <a:srgbClr val="7030A0"/>
                </a:solidFill>
              </a:rPr>
              <a:t>onMounted</a:t>
            </a:r>
            <a:r>
              <a:rPr lang="en-US" altLang="ko-KR" dirty="0">
                <a:solidFill>
                  <a:srgbClr val="7030A0"/>
                </a:solidFill>
              </a:rPr>
              <a:t>(() =&gt;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7030A0"/>
                </a:solidFill>
              </a:rPr>
              <a:t>    console.log(`</a:t>
            </a:r>
            <a:r>
              <a:rPr lang="ko-KR" altLang="en-US" dirty="0">
                <a:solidFill>
                  <a:srgbClr val="7030A0"/>
                </a:solidFill>
              </a:rPr>
              <a:t>프로그램 시작</a:t>
            </a:r>
            <a:r>
              <a:rPr lang="en-US" altLang="ko-KR" dirty="0">
                <a:solidFill>
                  <a:srgbClr val="7030A0"/>
                </a:solidFill>
              </a:rPr>
              <a:t>! (${inject(‘$title’})`);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7030A0"/>
                </a:solidFill>
              </a:rPr>
              <a:t>});</a:t>
            </a:r>
            <a:br>
              <a:rPr lang="en-US" altLang="ko-KR" dirty="0">
                <a:solidFill>
                  <a:srgbClr val="7030A0"/>
                </a:solidFill>
              </a:rPr>
            </a:br>
            <a:r>
              <a:rPr lang="en-US" altLang="ko-KR" dirty="0">
                <a:solidFill>
                  <a:srgbClr val="7030A0"/>
                </a:solidFill>
              </a:rPr>
              <a:t>&lt;/script&gt;</a:t>
            </a:r>
          </a:p>
          <a:p>
            <a:pPr marL="0" indent="0">
              <a:buNone/>
            </a:pPr>
            <a:endParaRPr lang="en-US" altLang="ko-KR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//Options </a:t>
            </a:r>
            <a:r>
              <a:rPr lang="ko-KR" altLang="en-US" dirty="0">
                <a:solidFill>
                  <a:schemeClr val="accent6"/>
                </a:solidFill>
              </a:rPr>
              <a:t>스타일</a:t>
            </a:r>
            <a:endParaRPr lang="en-US" altLang="ko-KR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&lt;script&gt;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import Header from './layouts/</a:t>
            </a:r>
            <a:r>
              <a:rPr lang="en-US" altLang="ko-KR" dirty="0" err="1">
                <a:solidFill>
                  <a:schemeClr val="accent6"/>
                </a:solidFill>
              </a:rPr>
              <a:t>Header.vue</a:t>
            </a:r>
            <a:r>
              <a:rPr lang="en-US" altLang="ko-KR" dirty="0">
                <a:solidFill>
                  <a:schemeClr val="accent6"/>
                </a:solidFill>
              </a:rPr>
              <a:t>'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import Main from './layouts/</a:t>
            </a:r>
            <a:r>
              <a:rPr lang="en-US" altLang="ko-KR" dirty="0" err="1">
                <a:solidFill>
                  <a:schemeClr val="accent6"/>
                </a:solidFill>
              </a:rPr>
              <a:t>Main.vue</a:t>
            </a:r>
            <a:r>
              <a:rPr lang="en-US" altLang="ko-KR" dirty="0">
                <a:solidFill>
                  <a:schemeClr val="accent6"/>
                </a:solidFill>
              </a:rPr>
              <a:t>'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import Footer from './layouts/</a:t>
            </a:r>
            <a:r>
              <a:rPr lang="en-US" altLang="ko-KR" dirty="0" err="1">
                <a:solidFill>
                  <a:schemeClr val="accent6"/>
                </a:solidFill>
              </a:rPr>
              <a:t>Footer.vue</a:t>
            </a:r>
            <a:r>
              <a:rPr lang="en-US" altLang="ko-KR" dirty="0">
                <a:solidFill>
                  <a:schemeClr val="accent6"/>
                </a:solidFill>
              </a:rPr>
              <a:t>'</a:t>
            </a:r>
            <a:br>
              <a:rPr lang="en-US" altLang="ko-KR" dirty="0">
                <a:solidFill>
                  <a:schemeClr val="accent6"/>
                </a:solidFill>
              </a:rPr>
            </a:br>
            <a:endParaRPr lang="en-US" altLang="ko-KR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export default {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name: 'App',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components: {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  Header, Main, Footer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setup()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{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const count = ref(0)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return {count}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},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mounted() {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  console.log(`</a:t>
            </a:r>
            <a:r>
              <a:rPr lang="ko-KR" altLang="en-US" dirty="0">
                <a:solidFill>
                  <a:schemeClr val="accent6"/>
                </a:solidFill>
              </a:rPr>
              <a:t>프로그램 시작</a:t>
            </a:r>
            <a:r>
              <a:rPr lang="en-US" altLang="ko-KR" dirty="0">
                <a:solidFill>
                  <a:schemeClr val="accent6"/>
                </a:solidFill>
              </a:rPr>
              <a:t>! (${</a:t>
            </a:r>
            <a:r>
              <a:rPr lang="en-US" altLang="ko-KR" dirty="0" err="1">
                <a:solidFill>
                  <a:schemeClr val="accent6"/>
                </a:solidFill>
              </a:rPr>
              <a:t>this.$title</a:t>
            </a:r>
            <a:r>
              <a:rPr lang="en-US" altLang="ko-KR" dirty="0">
                <a:solidFill>
                  <a:schemeClr val="accent6"/>
                </a:solidFill>
              </a:rPr>
              <a:t>})`);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 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}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accent6"/>
                </a:solidFill>
              </a:rPr>
              <a:t>&lt;/script&gt;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65144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72DB09-F1A5-0E9C-EE6B-14ABB7F9A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Vue Router</a:t>
            </a:r>
            <a:br>
              <a:rPr lang="en-US" altLang="ko-KR" dirty="0"/>
            </a:br>
            <a:r>
              <a:rPr lang="en-US" altLang="ko-KR" dirty="0"/>
              <a:t>(&gt;</a:t>
            </a:r>
            <a:r>
              <a:rPr lang="en-US" altLang="ko-KR" sz="3600" dirty="0"/>
              <a:t> </a:t>
            </a:r>
            <a:r>
              <a:rPr lang="en-US" altLang="ko-KR" sz="3600" dirty="0" err="1"/>
              <a:t>npm</a:t>
            </a:r>
            <a:r>
              <a:rPr lang="en-US" altLang="ko-KR" sz="3600" dirty="0"/>
              <a:t> install </a:t>
            </a:r>
            <a:r>
              <a:rPr lang="en-US" altLang="ko-KR" sz="3600" dirty="0" err="1"/>
              <a:t>vue</a:t>
            </a:r>
            <a:r>
              <a:rPr lang="en-US" altLang="ko-KR" sz="3600" dirty="0"/>
              <a:t>-router)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5DABAA-E41B-E3AC-B623-601A614B5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router/index.js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/* </a:t>
            </a:r>
            <a:r>
              <a:rPr lang="en-US" altLang="ko-KR" sz="1000" dirty="0" err="1"/>
              <a:t>eslint</a:t>
            </a:r>
            <a:r>
              <a:rPr lang="en-US" altLang="ko-KR" sz="1000" dirty="0"/>
              <a:t>-disable no-unused-vars */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{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,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} from '</a:t>
            </a:r>
            <a:r>
              <a:rPr lang="en-US" altLang="ko-KR" sz="1000" dirty="0" err="1"/>
              <a:t>vue</a:t>
            </a:r>
            <a:r>
              <a:rPr lang="en-US" altLang="ko-KR" sz="1000" dirty="0"/>
              <a:t>-router'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HomeView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HomeView.vue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import </a:t>
            </a:r>
            <a:r>
              <a:rPr lang="en-US" altLang="ko-KR" sz="1000" dirty="0" err="1"/>
              <a:t>AboutView</a:t>
            </a:r>
            <a:r>
              <a:rPr lang="en-US" altLang="ko-KR" sz="1000" dirty="0"/>
              <a:t> from '@/Views/</a:t>
            </a:r>
            <a:r>
              <a:rPr lang="en-US" altLang="ko-KR" sz="1000" dirty="0" err="1"/>
              <a:t>AboutView.vue</a:t>
            </a:r>
            <a:r>
              <a:rPr lang="en-US" altLang="ko-KR" sz="1000" dirty="0"/>
              <a:t>'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routes = [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/home</a:t>
            </a:r>
            <a:r>
              <a:rPr lang="en-US" altLang="ko-KR" sz="1000" dirty="0"/>
              <a:t>',  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HomeView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{ path: '</a:t>
            </a:r>
            <a:r>
              <a:rPr lang="en-US" altLang="ko-KR" sz="1000" dirty="0">
                <a:solidFill>
                  <a:srgbClr val="FF0000"/>
                </a:solidFill>
              </a:rPr>
              <a:t>/about</a:t>
            </a:r>
            <a:r>
              <a:rPr lang="en-US" altLang="ko-KR" sz="1000" dirty="0"/>
              <a:t>', component: </a:t>
            </a:r>
            <a:r>
              <a:rPr lang="en-US" altLang="ko-KR" sz="1000" dirty="0" err="1">
                <a:solidFill>
                  <a:srgbClr val="0070C0"/>
                </a:solidFill>
              </a:rPr>
              <a:t>AboutView</a:t>
            </a:r>
            <a:r>
              <a:rPr lang="en-US" altLang="ko-KR" sz="1000" dirty="0"/>
              <a:t> },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];</a:t>
            </a:r>
          </a:p>
          <a:p>
            <a:pPr marL="342900" lvl="1" indent="0">
              <a:lnSpc>
                <a:spcPct val="50000"/>
              </a:lnSpc>
              <a:buNone/>
            </a:pPr>
            <a:br>
              <a:rPr lang="en-US" altLang="ko-KR" sz="1000" dirty="0"/>
            </a:br>
            <a:r>
              <a:rPr lang="en-US" altLang="ko-KR" sz="1000" dirty="0"/>
              <a:t>const router = </a:t>
            </a:r>
            <a:r>
              <a:rPr lang="en-US" altLang="ko-KR" sz="1000" dirty="0" err="1"/>
              <a:t>createRouter</a:t>
            </a:r>
            <a:r>
              <a:rPr lang="en-US" altLang="ko-KR" sz="1000" dirty="0"/>
              <a:t>({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history: </a:t>
            </a:r>
            <a:r>
              <a:rPr lang="en-US" altLang="ko-KR" sz="1000" dirty="0" err="1"/>
              <a:t>createWebHistory</a:t>
            </a:r>
            <a:r>
              <a:rPr lang="en-US" altLang="ko-KR" sz="1000" dirty="0"/>
              <a:t>('/'),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//history: </a:t>
            </a:r>
            <a:r>
              <a:rPr lang="en-US" altLang="ko-KR" sz="1000" dirty="0" err="1"/>
              <a:t>createMemoryHistory</a:t>
            </a:r>
            <a:r>
              <a:rPr lang="en-US" altLang="ko-KR" sz="1000" dirty="0"/>
              <a:t>(),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    routes,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});</a:t>
            </a:r>
          </a:p>
          <a:p>
            <a:pPr marL="342900" lvl="1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export default router;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 err="1"/>
              <a:t>App.vue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&lt;template&gt;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&lt;p&gt; </a:t>
            </a:r>
            <a:r>
              <a:rPr lang="en-US" altLang="ko-KR" sz="1000" dirty="0">
                <a:solidFill>
                  <a:srgbClr val="0070C0"/>
                </a:solidFill>
              </a:rPr>
              <a:t>{{ $</a:t>
            </a:r>
            <a:r>
              <a:rPr lang="en-US" altLang="ko-KR" sz="1000" dirty="0" err="1">
                <a:solidFill>
                  <a:srgbClr val="0070C0"/>
                </a:solidFill>
              </a:rPr>
              <a:t>route.fullPath</a:t>
            </a:r>
            <a:r>
              <a:rPr lang="en-US" altLang="ko-KR" sz="1000" dirty="0">
                <a:solidFill>
                  <a:srgbClr val="0070C0"/>
                </a:solidFill>
              </a:rPr>
              <a:t> }}</a:t>
            </a:r>
            <a:r>
              <a:rPr lang="en-US" altLang="ko-KR" sz="1000" dirty="0"/>
              <a:t>&lt;/p&gt;  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to=‘/’&gt;Home&lt;/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 to=‘/about’&gt;About&lt;/</a:t>
            </a:r>
            <a:r>
              <a:rPr lang="en-US" altLang="ko-KR" sz="1000" dirty="0" err="1">
                <a:solidFill>
                  <a:srgbClr val="FF0000"/>
                </a:solidFill>
              </a:rPr>
              <a:t>RouterLink</a:t>
            </a:r>
            <a:r>
              <a:rPr lang="en-US" altLang="ko-KR" sz="1000" dirty="0"/>
              <a:t>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it-IT" altLang="ko-KR" sz="1000" dirty="0">
                <a:solidFill>
                  <a:schemeClr val="accent5"/>
                </a:solidFill>
              </a:rPr>
              <a:t>    &lt;button @click="this.$router.push('control')"&gt;sd&lt;/button&gt;</a:t>
            </a:r>
            <a:endParaRPr lang="en-US" altLang="ko-KR" sz="1000" dirty="0">
              <a:solidFill>
                <a:schemeClr val="accent5"/>
              </a:solidFill>
            </a:endParaRP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    &lt;button</a:t>
            </a:r>
            <a:r>
              <a:rPr lang="ko-KR" altLang="en-US" sz="1000" dirty="0">
                <a:solidFill>
                  <a:srgbClr val="00B050"/>
                </a:solidFill>
              </a:rPr>
              <a:t> </a:t>
            </a:r>
            <a:r>
              <a:rPr lang="en-US" altLang="ko-KR" sz="1000" dirty="0">
                <a:solidFill>
                  <a:srgbClr val="00B050"/>
                </a:solidFill>
              </a:rPr>
              <a:t>@click=“GoMenu(‘/home’)”&gt;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  &lt;</a:t>
            </a:r>
            <a:r>
              <a:rPr lang="en-US" altLang="ko-KR" sz="1000" dirty="0" err="1">
                <a:solidFill>
                  <a:srgbClr val="FF0000"/>
                </a:solidFill>
              </a:rPr>
              <a:t>RouterView</a:t>
            </a:r>
            <a:r>
              <a:rPr lang="en-US" altLang="ko-KR" sz="1000" dirty="0"/>
              <a:t> /&gt;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/>
              <a:t>&lt;/template&gt;</a:t>
            </a:r>
          </a:p>
          <a:p>
            <a:pPr marL="342900" lvl="1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&lt;script&gt;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export default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methods: 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</a:t>
            </a:r>
            <a:r>
              <a:rPr lang="en-US" altLang="ko-KR" sz="1000" dirty="0" err="1">
                <a:solidFill>
                  <a:srgbClr val="00B050"/>
                </a:solidFill>
              </a:rPr>
              <a:t>GoMenu</a:t>
            </a:r>
            <a:r>
              <a:rPr lang="en-US" altLang="ko-KR" sz="1000" dirty="0">
                <a:solidFill>
                  <a:srgbClr val="00B050"/>
                </a:solidFill>
              </a:rPr>
              <a:t>(path)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    this.$</a:t>
            </a:r>
            <a:r>
              <a:rPr lang="en-US" altLang="ko-KR" sz="1000" dirty="0" err="1">
                <a:solidFill>
                  <a:srgbClr val="00B050"/>
                </a:solidFill>
              </a:rPr>
              <a:t>router.push</a:t>
            </a:r>
            <a:r>
              <a:rPr lang="en-US" altLang="ko-KR" sz="1000" dirty="0">
                <a:solidFill>
                  <a:srgbClr val="00B050"/>
                </a:solidFill>
              </a:rPr>
              <a:t>(path);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    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	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}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en-US" altLang="ko-KR" sz="1000" dirty="0">
                <a:solidFill>
                  <a:srgbClr val="00B050"/>
                </a:solidFill>
              </a:rPr>
              <a:t>&lt;/script&gt;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</a:p>
          <a:p>
            <a:pPr marL="0" indent="0">
              <a:lnSpc>
                <a:spcPct val="50000"/>
              </a:lnSpc>
              <a:buNone/>
            </a:pP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main.js</a:t>
            </a:r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{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// vue-router</a:t>
            </a: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import router from '@/router/index.js’    </a:t>
            </a:r>
            <a:r>
              <a:rPr lang="fr-FR" altLang="ko-KR" sz="1000" dirty="0">
                <a:solidFill>
                  <a:schemeClr val="bg1">
                    <a:lumMod val="65000"/>
                  </a:schemeClr>
                </a:solidFill>
              </a:rPr>
              <a:t>// import router from '@/router'</a:t>
            </a:r>
            <a:br>
              <a:rPr lang="fr-FR" altLang="ko-KR" sz="1000" dirty="0">
                <a:solidFill>
                  <a:schemeClr val="bg1">
                    <a:lumMod val="65000"/>
                  </a:schemeClr>
                </a:solidFill>
              </a:rPr>
            </a:br>
            <a:endParaRPr lang="fr-FR" altLang="ko-KR" sz="1000" dirty="0">
              <a:solidFill>
                <a:schemeClr val="bg1">
                  <a:lumMod val="65000"/>
                </a:schemeClr>
              </a:solidFill>
            </a:endParaRPr>
          </a:p>
          <a:p>
            <a:pPr marL="342900" lvl="1" indent="0">
              <a:lnSpc>
                <a:spcPct val="50000"/>
              </a:lnSpc>
              <a:buNone/>
            </a:pPr>
            <a:r>
              <a:rPr lang="fr-FR" altLang="ko-KR" sz="1000" dirty="0"/>
              <a:t>createApp(App).</a:t>
            </a:r>
            <a:r>
              <a:rPr lang="fr-FR" altLang="ko-KR" sz="1000" dirty="0">
                <a:solidFill>
                  <a:srgbClr val="FF0000"/>
                </a:solidFill>
              </a:rPr>
              <a:t>use(router)</a:t>
            </a:r>
            <a:r>
              <a:rPr lang="fr-FR" altLang="ko-KR" sz="1000" dirty="0"/>
              <a:t>.mount('#app')</a:t>
            </a:r>
            <a:endParaRPr lang="en-US" altLang="ko-KR" sz="1000" dirty="0"/>
          </a:p>
          <a:p>
            <a:pPr marL="0" indent="0">
              <a:lnSpc>
                <a:spcPct val="50000"/>
              </a:lnSpc>
              <a:buNone/>
            </a:pPr>
            <a:r>
              <a:rPr lang="en-US" altLang="ko-KR" sz="1000" dirty="0"/>
              <a:t>}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359618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BFC305-4B5A-94B8-A925-D0F01F37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dotenv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322994-9217-D1F4-418D-534CC52C9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ko-KR" dirty="0"/>
              <a:t>// </a:t>
            </a:r>
            <a:r>
              <a:rPr lang="en-US" altLang="ko-KR" dirty="0" err="1"/>
              <a:t>dotenv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.env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0" indent="0"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/>
              <a:t>=</a:t>
            </a:r>
            <a:r>
              <a:rPr lang="ko-KR" altLang="en-US" dirty="0">
                <a:solidFill>
                  <a:srgbClr val="0070C0"/>
                </a:solidFill>
              </a:rPr>
              <a:t>값</a:t>
            </a:r>
            <a:endParaRPr lang="en-US" altLang="ko-KR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r>
              <a:rPr lang="en-US" altLang="ko-KR" dirty="0"/>
              <a:t>console.log( </a:t>
            </a:r>
            <a:r>
              <a:rPr lang="en-US" altLang="ko-KR" dirty="0" err="1"/>
              <a:t>process.env</a:t>
            </a:r>
            <a:r>
              <a:rPr lang="en-US" altLang="ko-KR" dirty="0"/>
              <a:t>.</a:t>
            </a:r>
            <a:r>
              <a:rPr lang="en-US" altLang="ko-KR" dirty="0">
                <a:solidFill>
                  <a:srgbClr val="FF0000"/>
                </a:solidFill>
              </a:rPr>
              <a:t>$</a:t>
            </a:r>
            <a:r>
              <a:rPr lang="ko-KR" altLang="en-US" dirty="0">
                <a:solidFill>
                  <a:srgbClr val="FF0000"/>
                </a:solidFill>
              </a:rPr>
              <a:t>키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/>
              <a:t>);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// </a:t>
            </a:r>
            <a:r>
              <a:rPr lang="ko-KR" altLang="en-US" dirty="0"/>
              <a:t>전역변수 사용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main.js</a:t>
            </a:r>
          </a:p>
          <a:p>
            <a:pPr marL="0" indent="0">
              <a:buNone/>
            </a:pPr>
            <a:r>
              <a:rPr lang="en-US" altLang="ko-KR" dirty="0"/>
              <a:t>{</a:t>
            </a:r>
          </a:p>
          <a:p>
            <a:pPr marL="0" indent="0">
              <a:buNone/>
            </a:pPr>
            <a:r>
              <a:rPr lang="en-US" altLang="ko-KR" dirty="0" err="1">
                <a:solidFill>
                  <a:srgbClr val="00B050"/>
                </a:solidFill>
              </a:rPr>
              <a:t>app.provide</a:t>
            </a:r>
            <a:r>
              <a:rPr lang="en-US" altLang="ko-KR" dirty="0">
                <a:solidFill>
                  <a:srgbClr val="00B050"/>
                </a:solidFill>
              </a:rPr>
              <a:t>("$title", "</a:t>
            </a:r>
            <a:r>
              <a:rPr lang="ko-KR" altLang="en-US" dirty="0">
                <a:solidFill>
                  <a:srgbClr val="00B050"/>
                </a:solidFill>
              </a:rPr>
              <a:t>운영지원시스템</a:t>
            </a:r>
            <a:r>
              <a:rPr lang="en-US" altLang="ko-KR" dirty="0">
                <a:solidFill>
                  <a:srgbClr val="00B050"/>
                </a:solidFill>
              </a:rPr>
              <a:t>");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app.config.</a:t>
            </a:r>
            <a:r>
              <a:rPr lang="en-US" altLang="ko-KR" dirty="0" err="1">
                <a:solidFill>
                  <a:srgbClr val="0070C0"/>
                </a:solidFill>
              </a:rPr>
              <a:t>globalProperties</a:t>
            </a:r>
            <a:r>
              <a:rPr lang="en-US" altLang="ko-KR" dirty="0">
                <a:solidFill>
                  <a:srgbClr val="0070C0"/>
                </a:solidFill>
              </a:rPr>
              <a:t>.$title = "</a:t>
            </a:r>
            <a:r>
              <a:rPr lang="ko-KR" altLang="en-US" dirty="0">
                <a:solidFill>
                  <a:srgbClr val="0070C0"/>
                </a:solidFill>
              </a:rPr>
              <a:t>운영지원시스템</a:t>
            </a:r>
            <a:r>
              <a:rPr lang="en-US" altLang="ko-KR" dirty="0">
                <a:solidFill>
                  <a:srgbClr val="0070C0"/>
                </a:solidFill>
              </a:rPr>
              <a:t>";</a:t>
            </a:r>
          </a:p>
          <a:p>
            <a:pPr marL="0" indent="0">
              <a:buNone/>
            </a:pPr>
            <a:r>
              <a:rPr lang="en-US" altLang="ko-KR" dirty="0"/>
              <a:t>}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//script setup </a:t>
            </a:r>
            <a:r>
              <a:rPr lang="ko-KR" altLang="en-US" dirty="0">
                <a:solidFill>
                  <a:srgbClr val="00B050"/>
                </a:solidFill>
              </a:rPr>
              <a:t>스타일</a:t>
            </a:r>
            <a:endParaRPr lang="en-US" altLang="ko-KR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&lt;script setup&gt;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import { </a:t>
            </a:r>
            <a:r>
              <a:rPr lang="en-US" altLang="ko-KR" dirty="0" err="1">
                <a:solidFill>
                  <a:srgbClr val="00B050"/>
                </a:solidFill>
              </a:rPr>
              <a:t>onMounted</a:t>
            </a:r>
            <a:r>
              <a:rPr lang="en-US" altLang="ko-KR" dirty="0">
                <a:solidFill>
                  <a:srgbClr val="00B050"/>
                </a:solidFill>
              </a:rPr>
              <a:t> , inject } from '</a:t>
            </a:r>
            <a:r>
              <a:rPr lang="en-US" altLang="ko-KR" dirty="0" err="1">
                <a:solidFill>
                  <a:srgbClr val="00B050"/>
                </a:solidFill>
              </a:rPr>
              <a:t>vue</a:t>
            </a:r>
            <a:r>
              <a:rPr lang="en-US" altLang="ko-KR" dirty="0">
                <a:solidFill>
                  <a:srgbClr val="00B050"/>
                </a:solidFill>
              </a:rPr>
              <a:t>’;</a:t>
            </a:r>
          </a:p>
          <a:p>
            <a:pPr marL="0" indent="0">
              <a:buNone/>
            </a:pPr>
            <a:endParaRPr lang="en-US" altLang="ko-KR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US" altLang="ko-KR" dirty="0" err="1">
                <a:solidFill>
                  <a:srgbClr val="00B050"/>
                </a:solidFill>
              </a:rPr>
              <a:t>onMounted</a:t>
            </a:r>
            <a:r>
              <a:rPr lang="en-US" altLang="ko-KR" dirty="0">
                <a:solidFill>
                  <a:srgbClr val="00B050"/>
                </a:solidFill>
              </a:rPr>
              <a:t>(() =&gt;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    console.log(`</a:t>
            </a:r>
            <a:r>
              <a:rPr lang="ko-KR" altLang="en-US" dirty="0">
                <a:solidFill>
                  <a:srgbClr val="00B050"/>
                </a:solidFill>
              </a:rPr>
              <a:t>프로그램 시작</a:t>
            </a:r>
            <a:r>
              <a:rPr lang="en-US" altLang="ko-KR" dirty="0">
                <a:solidFill>
                  <a:srgbClr val="00B050"/>
                </a:solidFill>
              </a:rPr>
              <a:t>! (${inject('$title')})`);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B050"/>
                </a:solidFill>
              </a:rPr>
              <a:t>});</a:t>
            </a:r>
            <a:br>
              <a:rPr lang="en-US" altLang="ko-KR" dirty="0">
                <a:solidFill>
                  <a:srgbClr val="00B050"/>
                </a:solidFill>
              </a:rPr>
            </a:br>
            <a:r>
              <a:rPr lang="en-US" altLang="ko-KR" dirty="0">
                <a:solidFill>
                  <a:srgbClr val="00B050"/>
                </a:solidFill>
              </a:rPr>
              <a:t>&lt;/script&gt;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//Options </a:t>
            </a:r>
            <a:r>
              <a:rPr lang="ko-KR" altLang="en-US" dirty="0">
                <a:solidFill>
                  <a:srgbClr val="0070C0"/>
                </a:solidFill>
              </a:rPr>
              <a:t>스타일</a:t>
            </a:r>
            <a:endParaRPr lang="en-US" altLang="ko-KR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&lt;script&gt;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export default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name: 'App',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components: { 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  setup() {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mounted() {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  console.log(`</a:t>
            </a:r>
            <a:r>
              <a:rPr lang="ko-KR" altLang="en-US" dirty="0">
                <a:solidFill>
                  <a:srgbClr val="0070C0"/>
                </a:solidFill>
              </a:rPr>
              <a:t>프로그램 시작</a:t>
            </a:r>
            <a:r>
              <a:rPr lang="en-US" altLang="ko-KR" dirty="0">
                <a:solidFill>
                  <a:srgbClr val="0070C0"/>
                </a:solidFill>
              </a:rPr>
              <a:t>! (${</a:t>
            </a:r>
            <a:r>
              <a:rPr lang="en-US" altLang="ko-KR" dirty="0" err="1">
                <a:solidFill>
                  <a:srgbClr val="0070C0"/>
                </a:solidFill>
              </a:rPr>
              <a:t>this.$title</a:t>
            </a:r>
            <a:r>
              <a:rPr lang="en-US" altLang="ko-KR" dirty="0">
                <a:solidFill>
                  <a:srgbClr val="0070C0"/>
                </a:solidFill>
              </a:rPr>
              <a:t>})`);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  },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}</a:t>
            </a:r>
          </a:p>
          <a:p>
            <a:pPr marL="0" indent="0">
              <a:buNone/>
            </a:pPr>
            <a:r>
              <a:rPr lang="en-US" altLang="ko-KR" dirty="0">
                <a:solidFill>
                  <a:srgbClr val="0070C0"/>
                </a:solidFill>
              </a:rPr>
              <a:t>&lt;/script&gt;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7893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1E84C-8DB4-8B94-9170-25F1E16D4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kakao</a:t>
            </a:r>
            <a:r>
              <a:rPr lang="en-US" altLang="ko-KR" dirty="0"/>
              <a:t>(</a:t>
            </a:r>
            <a:r>
              <a:rPr lang="ko-KR" altLang="en-US" dirty="0"/>
              <a:t>작업중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9B6F44-24D5-B6AE-B9A2-74329FD28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$ </a:t>
            </a:r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dirty="0" err="1"/>
              <a:t>vue-kakao-sdk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952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955</TotalTime>
  <Words>763</Words>
  <Application>Microsoft Office PowerPoint</Application>
  <PresentationFormat>와이드스크린</PresentationFormat>
  <Paragraphs>163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테마</vt:lpstr>
      <vt:lpstr>개발환경 설치 매뉴얼</vt:lpstr>
      <vt:lpstr>Vue.JS 3</vt:lpstr>
      <vt:lpstr>플러그인</vt:lpstr>
      <vt:lpstr>구동포트 설정</vt:lpstr>
      <vt:lpstr>Vue Base</vt:lpstr>
      <vt:lpstr>Vue Router (&gt; npm install vue-router)</vt:lpstr>
      <vt:lpstr>dotenv</vt:lpstr>
      <vt:lpstr>kakao(작업중)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51</cp:revision>
  <dcterms:created xsi:type="dcterms:W3CDTF">2025-09-02T04:36:13Z</dcterms:created>
  <dcterms:modified xsi:type="dcterms:W3CDTF">2025-09-08T00:45:52Z</dcterms:modified>
</cp:coreProperties>
</file>